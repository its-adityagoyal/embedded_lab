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50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2e3541348ff98b28" providerId="LiveId" clId="{526666BA-5046-4F5A-A3A3-C621D257F3BC}"/>
    <pc:docChg chg="modSld">
      <pc:chgData name="" userId="2e3541348ff98b28" providerId="LiveId" clId="{526666BA-5046-4F5A-A3A3-C621D257F3BC}" dt="2026-02-02T11:47:55.045" v="6" actId="20577"/>
      <pc:docMkLst>
        <pc:docMk/>
      </pc:docMkLst>
      <pc:sldChg chg="modSp">
        <pc:chgData name="" userId="2e3541348ff98b28" providerId="LiveId" clId="{526666BA-5046-4F5A-A3A3-C621D257F3BC}" dt="2026-02-02T11:47:55.045" v="6" actId="20577"/>
        <pc:sldMkLst>
          <pc:docMk/>
          <pc:sldMk cId="2606015447" sldId="256"/>
        </pc:sldMkLst>
        <pc:spChg chg="mod">
          <ac:chgData name="" userId="2e3541348ff98b28" providerId="LiveId" clId="{526666BA-5046-4F5A-A3A3-C621D257F3BC}" dt="2026-02-02T11:46:52.932" v="5" actId="1076"/>
          <ac:spMkLst>
            <pc:docMk/>
            <pc:sldMk cId="2606015447" sldId="256"/>
            <ac:spMk id="4" creationId="{81FF2A2C-6A23-4073-BDC1-A57396A21EF5}"/>
          </ac:spMkLst>
        </pc:spChg>
        <pc:spChg chg="mod">
          <ac:chgData name="" userId="2e3541348ff98b28" providerId="LiveId" clId="{526666BA-5046-4F5A-A3A3-C621D257F3BC}" dt="2026-02-02T11:47:55.045" v="6" actId="20577"/>
          <ac:spMkLst>
            <pc:docMk/>
            <pc:sldMk cId="2606015447" sldId="256"/>
            <ac:spMk id="5" creationId="{3D73D5B4-0859-4AA9-8322-89E4D0AD192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A07A8-04B7-4E6C-AA83-3D51094D1B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ACC55E-D6A9-4D91-9DEF-31E31514AE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824A3-C3ED-47CB-A34A-7D7201511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1630A-7AC8-4CDB-9833-9B67483F1A0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AEFF2-6A12-48E8-8BED-649475416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0F39F-004D-4301-9B41-4FE191308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DE7E5-45A6-4B43-9B8F-80AAE6DC3D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696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2A54A-44B1-431A-9E25-429971010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DB3C6-1AD9-45BD-A622-11BE7C0F4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FE228-8706-4BF1-8721-9AE998686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1630A-7AC8-4CDB-9833-9B67483F1A0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966DB-9509-4E0A-996D-F1E18333C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A1300-EDE2-446C-9B9E-9AB2660F7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DE7E5-45A6-4B43-9B8F-80AAE6DC3D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5009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24EEE-7AD5-4655-AE3D-FC2C0B3F2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DECB14-7763-45AF-9807-1267627FB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12B39-A66E-4B57-AEBF-BCA74B3F7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1630A-7AC8-4CDB-9833-9B67483F1A0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34C64-1F2D-48DC-BB99-9603EEBD7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9F7EE-6CA1-4CB7-A648-5FB159889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DE7E5-45A6-4B43-9B8F-80AAE6DC3D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8808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32EE7-4D2D-44C0-B2C7-DC96B523B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48F67-C06D-495A-A1E3-EEE9E4A436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92EB25-2198-41A2-8B70-2C3668A251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975B64-0E5A-4AC6-BF25-D300B33BC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1630A-7AC8-4CDB-9833-9B67483F1A0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43C881-8089-4CA4-90DE-FA0000ED0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4EDDEB-9C4D-4782-8E2A-B09287572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DE7E5-45A6-4B43-9B8F-80AAE6DC3D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5896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03E7F-3B0D-4810-9D49-09F1AB23E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834D16-91FD-4B38-AE1A-97818D1DB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DC8A21-B6D1-48C0-9138-B8F8C4D32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CF32F5-F587-4088-B6CD-4313321CF8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0A3567-C7A5-4F23-BC33-13BE1662E8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722018-EF35-40D3-AE70-63C944D73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1630A-7AC8-4CDB-9833-9B67483F1A0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B24EBB-4FB1-443E-8E5D-AD2A838BF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FF0E18-9320-4600-B74A-0BF154ACB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DE7E5-45A6-4B43-9B8F-80AAE6DC3D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580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280DD-8363-4812-80F3-3D7A34DC6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8E6708-2F9E-4FA5-BBF4-74F14CC1B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1630A-7AC8-4CDB-9833-9B67483F1A0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412A3B-223B-4156-BE60-131399C79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488313-6FD6-4A4B-AC54-BAFE90E9A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DE7E5-45A6-4B43-9B8F-80AAE6DC3D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190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681E8B-76C3-44C5-A269-5436A0E8F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1630A-7AC8-4CDB-9833-9B67483F1A0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73F8D7-18BA-4308-9F6F-835F72BBA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EC549D-0211-44DB-BB3C-5EAB0B620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DE7E5-45A6-4B43-9B8F-80AAE6DC3D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397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3EBDA-BFED-4CAA-93D6-5B4F3FBDF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08040-6B0C-4BA0-BC41-BE625515F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BF7550-F067-434F-961A-08CAA82941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614236-333A-40E4-A0DC-BD16F4519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1630A-7AC8-4CDB-9833-9B67483F1A0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39088D-7B8D-4733-90B3-13A774A46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4106ED-289E-4BBF-8EA0-C7CA69672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DE7E5-45A6-4B43-9B8F-80AAE6DC3D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394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EFB63-D4AA-4BD6-96FE-CC302E141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8563B6-BF8C-4E4B-A138-E5C0EAD22E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BF8EF9-643F-4902-B50F-44FD729F24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6D250-C946-49EF-9833-102AE3A4F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1630A-7AC8-4CDB-9833-9B67483F1A0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B23F6F-134D-491C-97AC-94C393033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272F0B-5C36-4AC8-AE14-4D85D7A82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DE7E5-45A6-4B43-9B8F-80AAE6DC3D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486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35F3C-D12E-4991-88B9-3A11E3444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43981E-D379-4CE5-ADBB-875A65BE10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DA994-0E4E-4288-8474-F6662774C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1630A-7AC8-4CDB-9833-9B67483F1A0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02951-BD89-4D12-8BE6-A48E95A4D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F5763-8852-482F-AFAB-7E3BD154C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DE7E5-45A6-4B43-9B8F-80AAE6DC3D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043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BCD1F2-C622-42E8-A398-72F6108C1F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750B7C-0E7C-4A88-A27C-8B61862937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B756C-5B38-4A80-A84E-20B2AFB39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1630A-7AC8-4CDB-9833-9B67483F1A0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6B774-0C3E-4F52-816E-759182061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6B177-C074-4667-9548-6023D7A0D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DE7E5-45A6-4B43-9B8F-80AAE6DC3D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628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E01701-A906-4A6D-984F-CD3A84835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C14AF-6A98-48E5-9F7C-D253D95B5F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9E494-0A9E-45A1-BEF8-870B584E60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1630A-7AC8-4CDB-9833-9B67483F1A0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F3F6-CD22-46A1-A335-655052D0D0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F95FA-CC6B-453C-9C59-C8A8715E8F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1DE7E5-45A6-4B43-9B8F-80AAE6DC3D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33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1FF2A2C-6A23-4073-BDC1-A57396A21EF5}"/>
              </a:ext>
            </a:extLst>
          </p:cNvPr>
          <p:cNvSpPr txBox="1"/>
          <p:nvPr/>
        </p:nvSpPr>
        <p:spPr>
          <a:xfrm>
            <a:off x="409574" y="1419225"/>
            <a:ext cx="11372849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</a:rPr>
              <a:t>Check whether a NULL terminated string stored from location </a:t>
            </a:r>
            <a:r>
              <a:rPr lang="en-US" sz="3200" b="1" dirty="0">
                <a:solidFill>
                  <a:srgbClr val="C00000"/>
                </a:solidFill>
              </a:rPr>
              <a:t>9000H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</a:rPr>
              <a:t> is a substring of another NULL terminated string stored from location </a:t>
            </a:r>
            <a:r>
              <a:rPr lang="en-US" sz="3200" b="1" dirty="0">
                <a:solidFill>
                  <a:srgbClr val="C00000"/>
                </a:solidFill>
              </a:rPr>
              <a:t>9200H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</a:rPr>
              <a:t> or not. If a substring is detected, store the start index (not address) at memory location </a:t>
            </a:r>
            <a:r>
              <a:rPr lang="en-US" sz="3200" b="1" dirty="0">
                <a:solidFill>
                  <a:srgbClr val="C00000"/>
                </a:solidFill>
              </a:rPr>
              <a:t>9500H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</a:rPr>
              <a:t>, else store </a:t>
            </a:r>
            <a:r>
              <a:rPr lang="en-US" sz="3200" b="1" dirty="0">
                <a:solidFill>
                  <a:srgbClr val="C00000"/>
                </a:solidFill>
              </a:rPr>
              <a:t>-1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</a:rPr>
              <a:t> at </a:t>
            </a:r>
            <a:r>
              <a:rPr lang="en-US" sz="3200" b="1" dirty="0">
                <a:solidFill>
                  <a:srgbClr val="C00000"/>
                </a:solidFill>
              </a:rPr>
              <a:t>9500H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73D5B4-0859-4AA9-8322-89E4D0AD1924}"/>
              </a:ext>
            </a:extLst>
          </p:cNvPr>
          <p:cNvSpPr txBox="1"/>
          <p:nvPr/>
        </p:nvSpPr>
        <p:spPr>
          <a:xfrm>
            <a:off x="3219449" y="285750"/>
            <a:ext cx="5753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1">
                    <a:lumMod val="50000"/>
                  </a:schemeClr>
                </a:solidFill>
              </a:rPr>
              <a:t>Experiment 1. C</a:t>
            </a:r>
            <a:endParaRPr lang="en-IN" sz="40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6015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A416F1-BAB5-4308-948A-8A3B970457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8133779"/>
              </p:ext>
            </p:extLst>
          </p:nvPr>
        </p:nvGraphicFramePr>
        <p:xfrm>
          <a:off x="515938" y="1660386"/>
          <a:ext cx="11160124" cy="37052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6556">
                  <a:extLst>
                    <a:ext uri="{9D8B030D-6E8A-4147-A177-3AD203B41FA5}">
                      <a16:colId xmlns:a16="http://schemas.microsoft.com/office/drawing/2014/main" val="3672507766"/>
                    </a:ext>
                  </a:extLst>
                </a:gridCol>
                <a:gridCol w="484193">
                  <a:extLst>
                    <a:ext uri="{9D8B030D-6E8A-4147-A177-3AD203B41FA5}">
                      <a16:colId xmlns:a16="http://schemas.microsoft.com/office/drawing/2014/main" val="200248519"/>
                    </a:ext>
                  </a:extLst>
                </a:gridCol>
                <a:gridCol w="484193">
                  <a:extLst>
                    <a:ext uri="{9D8B030D-6E8A-4147-A177-3AD203B41FA5}">
                      <a16:colId xmlns:a16="http://schemas.microsoft.com/office/drawing/2014/main" val="3841709474"/>
                    </a:ext>
                  </a:extLst>
                </a:gridCol>
                <a:gridCol w="484193">
                  <a:extLst>
                    <a:ext uri="{9D8B030D-6E8A-4147-A177-3AD203B41FA5}">
                      <a16:colId xmlns:a16="http://schemas.microsoft.com/office/drawing/2014/main" val="4068853187"/>
                    </a:ext>
                  </a:extLst>
                </a:gridCol>
                <a:gridCol w="484193">
                  <a:extLst>
                    <a:ext uri="{9D8B030D-6E8A-4147-A177-3AD203B41FA5}">
                      <a16:colId xmlns:a16="http://schemas.microsoft.com/office/drawing/2014/main" val="3739814268"/>
                    </a:ext>
                  </a:extLst>
                </a:gridCol>
                <a:gridCol w="484193">
                  <a:extLst>
                    <a:ext uri="{9D8B030D-6E8A-4147-A177-3AD203B41FA5}">
                      <a16:colId xmlns:a16="http://schemas.microsoft.com/office/drawing/2014/main" val="2417185901"/>
                    </a:ext>
                  </a:extLst>
                </a:gridCol>
                <a:gridCol w="484193">
                  <a:extLst>
                    <a:ext uri="{9D8B030D-6E8A-4147-A177-3AD203B41FA5}">
                      <a16:colId xmlns:a16="http://schemas.microsoft.com/office/drawing/2014/main" val="1507529047"/>
                    </a:ext>
                  </a:extLst>
                </a:gridCol>
                <a:gridCol w="484193">
                  <a:extLst>
                    <a:ext uri="{9D8B030D-6E8A-4147-A177-3AD203B41FA5}">
                      <a16:colId xmlns:a16="http://schemas.microsoft.com/office/drawing/2014/main" val="350613389"/>
                    </a:ext>
                  </a:extLst>
                </a:gridCol>
                <a:gridCol w="484193">
                  <a:extLst>
                    <a:ext uri="{9D8B030D-6E8A-4147-A177-3AD203B41FA5}">
                      <a16:colId xmlns:a16="http://schemas.microsoft.com/office/drawing/2014/main" val="2639207836"/>
                    </a:ext>
                  </a:extLst>
                </a:gridCol>
                <a:gridCol w="484193">
                  <a:extLst>
                    <a:ext uri="{9D8B030D-6E8A-4147-A177-3AD203B41FA5}">
                      <a16:colId xmlns:a16="http://schemas.microsoft.com/office/drawing/2014/main" val="2551555031"/>
                    </a:ext>
                  </a:extLst>
                </a:gridCol>
                <a:gridCol w="484193">
                  <a:extLst>
                    <a:ext uri="{9D8B030D-6E8A-4147-A177-3AD203B41FA5}">
                      <a16:colId xmlns:a16="http://schemas.microsoft.com/office/drawing/2014/main" val="4219070564"/>
                    </a:ext>
                  </a:extLst>
                </a:gridCol>
                <a:gridCol w="484193">
                  <a:extLst>
                    <a:ext uri="{9D8B030D-6E8A-4147-A177-3AD203B41FA5}">
                      <a16:colId xmlns:a16="http://schemas.microsoft.com/office/drawing/2014/main" val="2361790819"/>
                    </a:ext>
                  </a:extLst>
                </a:gridCol>
                <a:gridCol w="484193">
                  <a:extLst>
                    <a:ext uri="{9D8B030D-6E8A-4147-A177-3AD203B41FA5}">
                      <a16:colId xmlns:a16="http://schemas.microsoft.com/office/drawing/2014/main" val="2379122420"/>
                    </a:ext>
                  </a:extLst>
                </a:gridCol>
                <a:gridCol w="484193">
                  <a:extLst>
                    <a:ext uri="{9D8B030D-6E8A-4147-A177-3AD203B41FA5}">
                      <a16:colId xmlns:a16="http://schemas.microsoft.com/office/drawing/2014/main" val="777990931"/>
                    </a:ext>
                  </a:extLst>
                </a:gridCol>
                <a:gridCol w="484193">
                  <a:extLst>
                    <a:ext uri="{9D8B030D-6E8A-4147-A177-3AD203B41FA5}">
                      <a16:colId xmlns:a16="http://schemas.microsoft.com/office/drawing/2014/main" val="1607906362"/>
                    </a:ext>
                  </a:extLst>
                </a:gridCol>
                <a:gridCol w="484193">
                  <a:extLst>
                    <a:ext uri="{9D8B030D-6E8A-4147-A177-3AD203B41FA5}">
                      <a16:colId xmlns:a16="http://schemas.microsoft.com/office/drawing/2014/main" val="470884496"/>
                    </a:ext>
                  </a:extLst>
                </a:gridCol>
                <a:gridCol w="484193">
                  <a:extLst>
                    <a:ext uri="{9D8B030D-6E8A-4147-A177-3AD203B41FA5}">
                      <a16:colId xmlns:a16="http://schemas.microsoft.com/office/drawing/2014/main" val="412568276"/>
                    </a:ext>
                  </a:extLst>
                </a:gridCol>
                <a:gridCol w="2526480">
                  <a:extLst>
                    <a:ext uri="{9D8B030D-6E8A-4147-A177-3AD203B41FA5}">
                      <a16:colId xmlns:a16="http://schemas.microsoft.com/office/drawing/2014/main" val="4199798933"/>
                    </a:ext>
                  </a:extLst>
                </a:gridCol>
              </a:tblGrid>
              <a:tr h="529317"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+mn-lt"/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</a:rPr>
                        <a:t>1</a:t>
                      </a:r>
                      <a:endParaRPr lang="en-IN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</a:rPr>
                        <a:t>2</a:t>
                      </a:r>
                      <a:endParaRPr lang="en-IN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+mn-lt"/>
                        </a:rPr>
                        <a:t>3</a:t>
                      </a:r>
                      <a:endParaRPr lang="en-IN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+mn-lt"/>
                        </a:rPr>
                        <a:t>4</a:t>
                      </a:r>
                      <a:endParaRPr lang="en-IN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+mn-lt"/>
                        </a:rPr>
                        <a:t>5</a:t>
                      </a:r>
                      <a:endParaRPr lang="en-IN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+mn-lt"/>
                        </a:rPr>
                        <a:t>6</a:t>
                      </a:r>
                      <a:endParaRPr lang="en-IN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+mn-lt"/>
                        </a:rPr>
                        <a:t>7</a:t>
                      </a:r>
                      <a:endParaRPr lang="en-IN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+mn-lt"/>
                        </a:rPr>
                        <a:t>8</a:t>
                      </a:r>
                      <a:endParaRPr lang="en-IN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+mn-lt"/>
                        </a:rPr>
                        <a:t>9</a:t>
                      </a:r>
                      <a:endParaRPr lang="en-IN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+mn-lt"/>
                        </a:rPr>
                        <a:t>A</a:t>
                      </a:r>
                      <a:endParaRPr lang="en-IN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+mn-lt"/>
                        </a:rPr>
                        <a:t>B</a:t>
                      </a:r>
                      <a:endParaRPr lang="en-IN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</a:rPr>
                        <a:t>C</a:t>
                      </a:r>
                      <a:endParaRPr lang="en-IN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</a:rPr>
                        <a:t>D</a:t>
                      </a:r>
                      <a:endParaRPr lang="en-IN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</a:rPr>
                        <a:t>E</a:t>
                      </a:r>
                      <a:endParaRPr lang="en-IN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</a:rPr>
                        <a:t>F</a:t>
                      </a:r>
                      <a:endParaRPr lang="en-IN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136306"/>
                  </a:ext>
                </a:extLst>
              </a:tr>
              <a:tr h="52931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+mn-lt"/>
                        </a:rPr>
                        <a:t>9000</a:t>
                      </a:r>
                      <a:endParaRPr lang="en-IN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57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4F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52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4C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44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00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00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00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00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00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00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00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00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00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00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00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</a:rPr>
                        <a:t>WORLD</a:t>
                      </a:r>
                      <a:endParaRPr lang="en-IN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730235"/>
                  </a:ext>
                </a:extLst>
              </a:tr>
              <a:tr h="52931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+mn-lt"/>
                        </a:rPr>
                        <a:t>9010</a:t>
                      </a:r>
                      <a:endParaRPr lang="en-IN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00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00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00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00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00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00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00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00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00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00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00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00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00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00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00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00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69261"/>
                  </a:ext>
                </a:extLst>
              </a:tr>
              <a:tr h="52931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+mn-lt"/>
                        </a:rPr>
                        <a:t>⁞ ⁞ ⁞ ⁞</a:t>
                      </a:r>
                      <a:endParaRPr lang="en-IN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⁞</a:t>
                      </a:r>
                      <a:endParaRPr lang="en-IN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⁞</a:t>
                      </a:r>
                      <a:endParaRPr lang="en-IN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⁞</a:t>
                      </a:r>
                      <a:endParaRPr lang="en-IN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⁞</a:t>
                      </a:r>
                      <a:endParaRPr lang="en-IN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⁞</a:t>
                      </a:r>
                      <a:endParaRPr lang="en-IN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⁞</a:t>
                      </a:r>
                      <a:endParaRPr lang="en-IN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⁞</a:t>
                      </a:r>
                      <a:endParaRPr lang="en-IN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⁞</a:t>
                      </a:r>
                      <a:endParaRPr lang="en-IN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⁞</a:t>
                      </a:r>
                      <a:endParaRPr lang="en-IN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⁞</a:t>
                      </a:r>
                      <a:endParaRPr lang="en-IN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⁞</a:t>
                      </a:r>
                      <a:endParaRPr lang="en-IN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⁞</a:t>
                      </a:r>
                      <a:endParaRPr lang="en-IN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⁞</a:t>
                      </a:r>
                      <a:endParaRPr lang="en-IN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⁞</a:t>
                      </a:r>
                      <a:endParaRPr lang="en-IN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⁞</a:t>
                      </a:r>
                      <a:endParaRPr lang="en-IN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⁞</a:t>
                      </a:r>
                      <a:endParaRPr lang="en-IN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456480"/>
                  </a:ext>
                </a:extLst>
              </a:tr>
              <a:tr h="52931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+mn-lt"/>
                        </a:rPr>
                        <a:t>9200</a:t>
                      </a:r>
                      <a:endParaRPr lang="en-IN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48</a:t>
                      </a:r>
                      <a:endParaRPr lang="en-IN" sz="1800" b="1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45</a:t>
                      </a:r>
                      <a:endParaRPr lang="en-IN" sz="18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4C</a:t>
                      </a:r>
                      <a:endParaRPr lang="en-IN" sz="18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4C</a:t>
                      </a:r>
                      <a:endParaRPr lang="en-IN" sz="18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+mn-lt"/>
                        </a:rPr>
                        <a:t>4F</a:t>
                      </a:r>
                      <a:endParaRPr lang="en-IN" sz="18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+mn-lt"/>
                        </a:rPr>
                        <a:t>20</a:t>
                      </a:r>
                      <a:endParaRPr lang="en-IN" sz="18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57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4F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52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4C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44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21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00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00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00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00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</a:rPr>
                        <a:t>HELLO WORLD!</a:t>
                      </a:r>
                      <a:endParaRPr lang="en-IN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18703"/>
                  </a:ext>
                </a:extLst>
              </a:tr>
              <a:tr h="5293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+mn-lt"/>
                        </a:rPr>
                        <a:t>⁞ ⁞ ⁞ ⁞</a:t>
                      </a:r>
                      <a:endParaRPr lang="en-IN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⁞</a:t>
                      </a:r>
                      <a:endParaRPr lang="en-IN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⁞</a:t>
                      </a:r>
                      <a:endParaRPr lang="en-IN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⁞</a:t>
                      </a:r>
                      <a:endParaRPr lang="en-IN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⁞</a:t>
                      </a:r>
                      <a:endParaRPr lang="en-IN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⁞</a:t>
                      </a:r>
                      <a:endParaRPr lang="en-IN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⁞</a:t>
                      </a:r>
                      <a:endParaRPr lang="en-IN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⁞</a:t>
                      </a:r>
                      <a:endParaRPr lang="en-IN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⁞</a:t>
                      </a:r>
                      <a:endParaRPr lang="en-IN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⁞</a:t>
                      </a:r>
                      <a:endParaRPr lang="en-IN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⁞</a:t>
                      </a:r>
                      <a:endParaRPr lang="en-IN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⁞</a:t>
                      </a:r>
                      <a:endParaRPr lang="en-IN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⁞</a:t>
                      </a:r>
                      <a:endParaRPr lang="en-IN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⁞</a:t>
                      </a:r>
                      <a:endParaRPr lang="en-IN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⁞</a:t>
                      </a:r>
                      <a:endParaRPr lang="en-IN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⁞</a:t>
                      </a:r>
                      <a:endParaRPr lang="en-IN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⁞</a:t>
                      </a:r>
                      <a:endParaRPr lang="en-IN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7295500"/>
                  </a:ext>
                </a:extLst>
              </a:tr>
              <a:tr h="52931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+mn-lt"/>
                        </a:rPr>
                        <a:t>9500</a:t>
                      </a:r>
                      <a:endParaRPr lang="en-IN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+mn-lt"/>
                        </a:rPr>
                        <a:t>06</a:t>
                      </a:r>
                      <a:endParaRPr lang="en-IN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</a:rPr>
                        <a:t>00</a:t>
                      </a:r>
                      <a:endParaRPr lang="en-IN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</a:rPr>
                        <a:t>00</a:t>
                      </a:r>
                      <a:endParaRPr lang="en-IN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</a:rPr>
                        <a:t>00</a:t>
                      </a:r>
                      <a:endParaRPr lang="en-IN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</a:rPr>
                        <a:t>00</a:t>
                      </a:r>
                      <a:endParaRPr lang="en-IN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</a:rPr>
                        <a:t>00</a:t>
                      </a:r>
                      <a:endParaRPr lang="en-IN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</a:rPr>
                        <a:t>00</a:t>
                      </a:r>
                      <a:endParaRPr lang="en-IN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</a:rPr>
                        <a:t>00</a:t>
                      </a:r>
                      <a:endParaRPr lang="en-IN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</a:rPr>
                        <a:t>00</a:t>
                      </a:r>
                      <a:endParaRPr lang="en-IN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</a:rPr>
                        <a:t>00</a:t>
                      </a:r>
                      <a:endParaRPr lang="en-IN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</a:rPr>
                        <a:t>00</a:t>
                      </a:r>
                      <a:endParaRPr lang="en-IN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</a:rPr>
                        <a:t>00</a:t>
                      </a:r>
                      <a:endParaRPr lang="en-IN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</a:rPr>
                        <a:t>00</a:t>
                      </a:r>
                      <a:endParaRPr lang="en-IN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</a:rPr>
                        <a:t>00</a:t>
                      </a:r>
                      <a:endParaRPr lang="en-IN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</a:rPr>
                        <a:t>00</a:t>
                      </a:r>
                      <a:endParaRPr lang="en-IN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</a:rPr>
                        <a:t>00</a:t>
                      </a:r>
                      <a:endParaRPr lang="en-IN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35124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70F9121-466A-4ADC-92B0-9D2949497294}"/>
              </a:ext>
            </a:extLst>
          </p:cNvPr>
          <p:cNvSpPr txBox="1"/>
          <p:nvPr/>
        </p:nvSpPr>
        <p:spPr>
          <a:xfrm>
            <a:off x="3219450" y="247650"/>
            <a:ext cx="5753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</a:rPr>
              <a:t>OBJECTIVE</a:t>
            </a:r>
            <a:endParaRPr lang="en-IN" sz="4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4187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F64108-401C-4A3F-8C6A-B8DBAA8D1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969" y="597623"/>
            <a:ext cx="8120062" cy="62603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A891EB-30D8-4D4B-86F7-563ED2DEDC1D}"/>
              </a:ext>
            </a:extLst>
          </p:cNvPr>
          <p:cNvSpPr txBox="1"/>
          <p:nvPr/>
        </p:nvSpPr>
        <p:spPr>
          <a:xfrm>
            <a:off x="3219450" y="0"/>
            <a:ext cx="5753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</a:rPr>
              <a:t>Character values in HEX</a:t>
            </a:r>
            <a:endParaRPr lang="en-IN" sz="3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7304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188</Words>
  <Application>Microsoft Office PowerPoint</Application>
  <PresentationFormat>Widescreen</PresentationFormat>
  <Paragraphs>124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samparka</dc:creator>
  <cp:lastModifiedBy>samparka</cp:lastModifiedBy>
  <cp:revision>6</cp:revision>
  <dcterms:created xsi:type="dcterms:W3CDTF">2026-02-02T09:37:59Z</dcterms:created>
  <dcterms:modified xsi:type="dcterms:W3CDTF">2026-02-02T11:48:19Z</dcterms:modified>
</cp:coreProperties>
</file>