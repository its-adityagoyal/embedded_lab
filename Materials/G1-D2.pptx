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2e3541348ff98b28" providerId="LiveId" clId="{1078CD50-C857-478C-94E4-6E9BFECCE71D}"/>
    <pc:docChg chg="undo custSel addSld modSld">
      <pc:chgData name="" userId="2e3541348ff98b28" providerId="LiveId" clId="{1078CD50-C857-478C-94E4-6E9BFECCE71D}" dt="2026-01-19T10:49:41.236" v="1532" actId="1076"/>
      <pc:docMkLst>
        <pc:docMk/>
      </pc:docMkLst>
      <pc:sldChg chg="addSp delSp modSp">
        <pc:chgData name="" userId="2e3541348ff98b28" providerId="LiveId" clId="{1078CD50-C857-478C-94E4-6E9BFECCE71D}" dt="2026-01-19T08:21:35.158" v="531" actId="1076"/>
        <pc:sldMkLst>
          <pc:docMk/>
          <pc:sldMk cId="542454282" sldId="257"/>
        </pc:sldMkLst>
        <pc:spChg chg="mod">
          <ac:chgData name="" userId="2e3541348ff98b28" providerId="LiveId" clId="{1078CD50-C857-478C-94E4-6E9BFECCE71D}" dt="2026-01-19T08:03:29.552" v="428" actId="1076"/>
          <ac:spMkLst>
            <pc:docMk/>
            <pc:sldMk cId="542454282" sldId="257"/>
            <ac:spMk id="5" creationId="{14A676EE-B6DA-FBF2-A9CF-EC8CF84FA53E}"/>
          </ac:spMkLst>
        </pc:spChg>
        <pc:spChg chg="mod">
          <ac:chgData name="" userId="2e3541348ff98b28" providerId="LiveId" clId="{1078CD50-C857-478C-94E4-6E9BFECCE71D}" dt="2026-01-19T08:01:02.511" v="362" actId="1076"/>
          <ac:spMkLst>
            <pc:docMk/>
            <pc:sldMk cId="542454282" sldId="257"/>
            <ac:spMk id="7" creationId="{97CB5D46-F564-40FB-FAE9-1CC716BB3ED2}"/>
          </ac:spMkLst>
        </pc:spChg>
        <pc:spChg chg="mod">
          <ac:chgData name="" userId="2e3541348ff98b28" providerId="LiveId" clId="{1078CD50-C857-478C-94E4-6E9BFECCE71D}" dt="2026-01-19T08:01:11.192" v="363" actId="1076"/>
          <ac:spMkLst>
            <pc:docMk/>
            <pc:sldMk cId="542454282" sldId="257"/>
            <ac:spMk id="11" creationId="{E19DDFC5-7B21-AAD3-43E6-A0FC9AE248C8}"/>
          </ac:spMkLst>
        </pc:spChg>
        <pc:spChg chg="del">
          <ac:chgData name="" userId="2e3541348ff98b28" providerId="LiveId" clId="{1078CD50-C857-478C-94E4-6E9BFECCE71D}" dt="2026-01-19T08:00:10.714" v="350" actId="478"/>
          <ac:spMkLst>
            <pc:docMk/>
            <pc:sldMk cId="542454282" sldId="257"/>
            <ac:spMk id="13" creationId="{536B7D56-E28B-F007-9016-F28E690BE396}"/>
          </ac:spMkLst>
        </pc:spChg>
        <pc:spChg chg="mod">
          <ac:chgData name="" userId="2e3541348ff98b28" providerId="LiveId" clId="{1078CD50-C857-478C-94E4-6E9BFECCE71D}" dt="2026-01-19T08:03:47.935" v="430" actId="14100"/>
          <ac:spMkLst>
            <pc:docMk/>
            <pc:sldMk cId="542454282" sldId="257"/>
            <ac:spMk id="14" creationId="{8E4766E5-B6AD-4CA4-FBFA-715725580F98}"/>
          </ac:spMkLst>
        </pc:spChg>
        <pc:spChg chg="mod">
          <ac:chgData name="" userId="2e3541348ff98b28" providerId="LiveId" clId="{1078CD50-C857-478C-94E4-6E9BFECCE71D}" dt="2026-01-19T08:01:11.192" v="363" actId="1076"/>
          <ac:spMkLst>
            <pc:docMk/>
            <pc:sldMk cId="542454282" sldId="257"/>
            <ac:spMk id="15" creationId="{396C95F0-C152-F709-5E7C-7E63A1F73046}"/>
          </ac:spMkLst>
        </pc:spChg>
        <pc:spChg chg="add mod">
          <ac:chgData name="" userId="2e3541348ff98b28" providerId="LiveId" clId="{1078CD50-C857-478C-94E4-6E9BFECCE71D}" dt="2026-01-19T08:05:23.224" v="444" actId="1076"/>
          <ac:spMkLst>
            <pc:docMk/>
            <pc:sldMk cId="542454282" sldId="257"/>
            <ac:spMk id="19" creationId="{B73DDC39-B6B1-4795-93F0-7FBF18F98F6A}"/>
          </ac:spMkLst>
        </pc:spChg>
        <pc:spChg chg="add mod">
          <ac:chgData name="" userId="2e3541348ff98b28" providerId="LiveId" clId="{1078CD50-C857-478C-94E4-6E9BFECCE71D}" dt="2026-01-19T08:05:23.224" v="444" actId="1076"/>
          <ac:spMkLst>
            <pc:docMk/>
            <pc:sldMk cId="542454282" sldId="257"/>
            <ac:spMk id="20" creationId="{443F7319-63C5-4B97-914D-5ED89D975CFF}"/>
          </ac:spMkLst>
        </pc:spChg>
        <pc:spChg chg="add mod">
          <ac:chgData name="" userId="2e3541348ff98b28" providerId="LiveId" clId="{1078CD50-C857-478C-94E4-6E9BFECCE71D}" dt="2026-01-19T08:05:23.224" v="444" actId="1076"/>
          <ac:spMkLst>
            <pc:docMk/>
            <pc:sldMk cId="542454282" sldId="257"/>
            <ac:spMk id="22" creationId="{E8BF4351-AD14-42E1-B099-6F25C6852B06}"/>
          </ac:spMkLst>
        </pc:spChg>
        <pc:spChg chg="add mod">
          <ac:chgData name="" userId="2e3541348ff98b28" providerId="LiveId" clId="{1078CD50-C857-478C-94E4-6E9BFECCE71D}" dt="2026-01-19T08:01:38.112" v="369" actId="1076"/>
          <ac:spMkLst>
            <pc:docMk/>
            <pc:sldMk cId="542454282" sldId="257"/>
            <ac:spMk id="25" creationId="{658C37A2-D11E-4AAF-9CC0-4DEF7CE90461}"/>
          </ac:spMkLst>
        </pc:spChg>
        <pc:spChg chg="add mod">
          <ac:chgData name="" userId="2e3541348ff98b28" providerId="LiveId" clId="{1078CD50-C857-478C-94E4-6E9BFECCE71D}" dt="2026-01-19T08:01:52.272" v="371" actId="1076"/>
          <ac:spMkLst>
            <pc:docMk/>
            <pc:sldMk cId="542454282" sldId="257"/>
            <ac:spMk id="29" creationId="{FB8ED0DC-B548-4F8E-97DE-035CF0A6CAD2}"/>
          </ac:spMkLst>
        </pc:spChg>
        <pc:spChg chg="add mod">
          <ac:chgData name="" userId="2e3541348ff98b28" providerId="LiveId" clId="{1078CD50-C857-478C-94E4-6E9BFECCE71D}" dt="2026-01-19T08:06:02.038" v="467" actId="1035"/>
          <ac:spMkLst>
            <pc:docMk/>
            <pc:sldMk cId="542454282" sldId="257"/>
            <ac:spMk id="32" creationId="{4DFADEB5-0EE0-4B68-98C5-51DCA623520D}"/>
          </ac:spMkLst>
        </pc:spChg>
        <pc:spChg chg="add mod">
          <ac:chgData name="" userId="2e3541348ff98b28" providerId="LiveId" clId="{1078CD50-C857-478C-94E4-6E9BFECCE71D}" dt="2026-01-19T08:03:58.024" v="433" actId="14100"/>
          <ac:spMkLst>
            <pc:docMk/>
            <pc:sldMk cId="542454282" sldId="257"/>
            <ac:spMk id="33" creationId="{54ABFCAA-1BD7-4231-A490-0CD1D2E02564}"/>
          </ac:spMkLst>
        </pc:spChg>
        <pc:spChg chg="add mod">
          <ac:chgData name="" userId="2e3541348ff98b28" providerId="LiveId" clId="{1078CD50-C857-478C-94E4-6E9BFECCE71D}" dt="2026-01-19T08:04:07.569" v="437" actId="20577"/>
          <ac:spMkLst>
            <pc:docMk/>
            <pc:sldMk cId="542454282" sldId="257"/>
            <ac:spMk id="34" creationId="{003205D2-42EA-4AF2-A436-550381799232}"/>
          </ac:spMkLst>
        </pc:spChg>
        <pc:spChg chg="add mod">
          <ac:chgData name="" userId="2e3541348ff98b28" providerId="LiveId" clId="{1078CD50-C857-478C-94E4-6E9BFECCE71D}" dt="2026-01-19T08:05:57.545" v="462" actId="1036"/>
          <ac:spMkLst>
            <pc:docMk/>
            <pc:sldMk cId="542454282" sldId="257"/>
            <ac:spMk id="37" creationId="{798A885A-3A2D-4D05-8560-459F65CF5EA7}"/>
          </ac:spMkLst>
        </pc:spChg>
        <pc:graphicFrameChg chg="mod modGraphic">
          <ac:chgData name="" userId="2e3541348ff98b28" providerId="LiveId" clId="{1078CD50-C857-478C-94E4-6E9BFECCE71D}" dt="2026-01-19T08:03:35.294" v="429" actId="1076"/>
          <ac:graphicFrameMkLst>
            <pc:docMk/>
            <pc:sldMk cId="542454282" sldId="257"/>
            <ac:graphicFrameMk id="8" creationId="{8FFF0C6F-D3B5-5071-40C3-6D0AA5BC2F3D}"/>
          </ac:graphicFrameMkLst>
        </pc:graphicFrameChg>
        <pc:graphicFrameChg chg="mod modGraphic">
          <ac:chgData name="" userId="2e3541348ff98b28" providerId="LiveId" clId="{1078CD50-C857-478C-94E4-6E9BFECCE71D}" dt="2026-01-19T08:01:11.192" v="363" actId="1076"/>
          <ac:graphicFrameMkLst>
            <pc:docMk/>
            <pc:sldMk cId="542454282" sldId="257"/>
            <ac:graphicFrameMk id="16" creationId="{9CA3B49B-39C0-D6C4-E53F-02521B6CB8A2}"/>
          </ac:graphicFrameMkLst>
        </pc:graphicFrameChg>
        <pc:graphicFrameChg chg="mod modGraphic">
          <ac:chgData name="" userId="2e3541348ff98b28" providerId="LiveId" clId="{1078CD50-C857-478C-94E4-6E9BFECCE71D}" dt="2026-01-19T08:01:11.192" v="363" actId="1076"/>
          <ac:graphicFrameMkLst>
            <pc:docMk/>
            <pc:sldMk cId="542454282" sldId="257"/>
            <ac:graphicFrameMk id="17" creationId="{C5239C77-81DA-2325-ECAE-7C9E19011EA6}"/>
          </ac:graphicFrameMkLst>
        </pc:graphicFrameChg>
        <pc:graphicFrameChg chg="mod modGraphic">
          <ac:chgData name="" userId="2e3541348ff98b28" providerId="LiveId" clId="{1078CD50-C857-478C-94E4-6E9BFECCE71D}" dt="2026-01-19T08:01:11.192" v="363" actId="1076"/>
          <ac:graphicFrameMkLst>
            <pc:docMk/>
            <pc:sldMk cId="542454282" sldId="257"/>
            <ac:graphicFrameMk id="18" creationId="{00C73600-B081-F1D8-578C-42B04AECABE8}"/>
          </ac:graphicFrameMkLst>
        </pc:graphicFrameChg>
        <pc:graphicFrameChg chg="add del">
          <ac:chgData name="" userId="2e3541348ff98b28" providerId="LiveId" clId="{1078CD50-C857-478C-94E4-6E9BFECCE71D}" dt="2026-01-19T07:51:10.339" v="252"/>
          <ac:graphicFrameMkLst>
            <pc:docMk/>
            <pc:sldMk cId="542454282" sldId="257"/>
            <ac:graphicFrameMk id="26" creationId="{18C8A821-D1AE-4EF4-B1D3-C8CC44D5D3F4}"/>
          </ac:graphicFrameMkLst>
        </pc:graphicFrameChg>
        <pc:graphicFrameChg chg="add mod modGraphic">
          <ac:chgData name="" userId="2e3541348ff98b28" providerId="LiveId" clId="{1078CD50-C857-478C-94E4-6E9BFECCE71D}" dt="2026-01-19T08:21:21.678" v="528" actId="1076"/>
          <ac:graphicFrameMkLst>
            <pc:docMk/>
            <pc:sldMk cId="542454282" sldId="257"/>
            <ac:graphicFrameMk id="27" creationId="{8DF573D9-5874-46D9-97BA-8A12C34BC9D6}"/>
          </ac:graphicFrameMkLst>
        </pc:graphicFrameChg>
        <pc:graphicFrameChg chg="add mod modGraphic">
          <ac:chgData name="" userId="2e3541348ff98b28" providerId="LiveId" clId="{1078CD50-C857-478C-94E4-6E9BFECCE71D}" dt="2026-01-19T08:21:21.678" v="528" actId="1076"/>
          <ac:graphicFrameMkLst>
            <pc:docMk/>
            <pc:sldMk cId="542454282" sldId="257"/>
            <ac:graphicFrameMk id="28" creationId="{4E576FEB-E711-4206-8863-6793E31A2A66}"/>
          </ac:graphicFrameMkLst>
        </pc:graphicFrameChg>
        <pc:graphicFrameChg chg="add mod modGraphic">
          <ac:chgData name="" userId="2e3541348ff98b28" providerId="LiveId" clId="{1078CD50-C857-478C-94E4-6E9BFECCE71D}" dt="2026-01-19T08:21:32.878" v="530" actId="1076"/>
          <ac:graphicFrameMkLst>
            <pc:docMk/>
            <pc:sldMk cId="542454282" sldId="257"/>
            <ac:graphicFrameMk id="35" creationId="{E4832B5E-BE49-493B-B757-0B84296DC5D9}"/>
          </ac:graphicFrameMkLst>
        </pc:graphicFrameChg>
        <pc:cxnChg chg="mod">
          <ac:chgData name="" userId="2e3541348ff98b28" providerId="LiveId" clId="{1078CD50-C857-478C-94E4-6E9BFECCE71D}" dt="2026-01-19T08:01:11.192" v="363" actId="1076"/>
          <ac:cxnSpMkLst>
            <pc:docMk/>
            <pc:sldMk cId="542454282" sldId="257"/>
            <ac:cxnSpMk id="21" creationId="{CDC8834B-73B2-EC75-326D-AC04D4194038}"/>
          </ac:cxnSpMkLst>
        </pc:cxnChg>
        <pc:cxnChg chg="mod">
          <ac:chgData name="" userId="2e3541348ff98b28" providerId="LiveId" clId="{1078CD50-C857-478C-94E4-6E9BFECCE71D}" dt="2026-01-19T08:01:11.192" v="363" actId="1076"/>
          <ac:cxnSpMkLst>
            <pc:docMk/>
            <pc:sldMk cId="542454282" sldId="257"/>
            <ac:cxnSpMk id="23" creationId="{962BC0E7-3723-D9EA-CD43-44CC1500DD8A}"/>
          </ac:cxnSpMkLst>
        </pc:cxnChg>
        <pc:cxnChg chg="mod">
          <ac:chgData name="" userId="2e3541348ff98b28" providerId="LiveId" clId="{1078CD50-C857-478C-94E4-6E9BFECCE71D}" dt="2026-01-19T08:01:11.192" v="363" actId="1076"/>
          <ac:cxnSpMkLst>
            <pc:docMk/>
            <pc:sldMk cId="542454282" sldId="257"/>
            <ac:cxnSpMk id="24" creationId="{75105E09-6828-0B0D-4F72-4F6B9FE70B66}"/>
          </ac:cxnSpMkLst>
        </pc:cxnChg>
        <pc:cxnChg chg="add mod">
          <ac:chgData name="" userId="2e3541348ff98b28" providerId="LiveId" clId="{1078CD50-C857-478C-94E4-6E9BFECCE71D}" dt="2026-01-19T08:21:21.678" v="528" actId="1076"/>
          <ac:cxnSpMkLst>
            <pc:docMk/>
            <pc:sldMk cId="542454282" sldId="257"/>
            <ac:cxnSpMk id="30" creationId="{C431E5FF-9E47-4522-A802-A3C24889BE46}"/>
          </ac:cxnSpMkLst>
        </pc:cxnChg>
        <pc:cxnChg chg="add mod">
          <ac:chgData name="" userId="2e3541348ff98b28" providerId="LiveId" clId="{1078CD50-C857-478C-94E4-6E9BFECCE71D}" dt="2026-01-19T08:21:26.751" v="529" actId="1076"/>
          <ac:cxnSpMkLst>
            <pc:docMk/>
            <pc:sldMk cId="542454282" sldId="257"/>
            <ac:cxnSpMk id="31" creationId="{91A1913F-C8FF-46B1-8661-34BA087B44B9}"/>
          </ac:cxnSpMkLst>
        </pc:cxnChg>
        <pc:cxnChg chg="add mod">
          <ac:chgData name="" userId="2e3541348ff98b28" providerId="LiveId" clId="{1078CD50-C857-478C-94E4-6E9BFECCE71D}" dt="2026-01-19T08:21:35.158" v="531" actId="1076"/>
          <ac:cxnSpMkLst>
            <pc:docMk/>
            <pc:sldMk cId="542454282" sldId="257"/>
            <ac:cxnSpMk id="36" creationId="{B9DED1C3-FFC2-410E-A435-E13B3F281402}"/>
          </ac:cxnSpMkLst>
        </pc:cxnChg>
      </pc:sldChg>
      <pc:sldChg chg="addSp delSp modSp add">
        <pc:chgData name="" userId="2e3541348ff98b28" providerId="LiveId" clId="{1078CD50-C857-478C-94E4-6E9BFECCE71D}" dt="2026-01-19T10:49:41.236" v="1532" actId="1076"/>
        <pc:sldMkLst>
          <pc:docMk/>
          <pc:sldMk cId="3345957383" sldId="258"/>
        </pc:sldMkLst>
        <pc:spChg chg="del">
          <ac:chgData name="" userId="2e3541348ff98b28" providerId="LiveId" clId="{1078CD50-C857-478C-94E4-6E9BFECCE71D}" dt="2026-01-19T07:37:55.154" v="1" actId="478"/>
          <ac:spMkLst>
            <pc:docMk/>
            <pc:sldMk cId="3345957383" sldId="258"/>
            <ac:spMk id="2" creationId="{C09675EC-A119-4804-A86F-FA1F693AADD7}"/>
          </ac:spMkLst>
        </pc:spChg>
        <pc:spChg chg="del">
          <ac:chgData name="" userId="2e3541348ff98b28" providerId="LiveId" clId="{1078CD50-C857-478C-94E4-6E9BFECCE71D}" dt="2026-01-19T07:37:57.857" v="2" actId="478"/>
          <ac:spMkLst>
            <pc:docMk/>
            <pc:sldMk cId="3345957383" sldId="258"/>
            <ac:spMk id="3" creationId="{B7078C5A-0DC4-4AB4-BE42-B95583B73776}"/>
          </ac:spMkLst>
        </pc:spChg>
        <pc:spChg chg="add mod">
          <ac:chgData name="" userId="2e3541348ff98b28" providerId="LiveId" clId="{1078CD50-C857-478C-94E4-6E9BFECCE71D}" dt="2026-01-19T10:17:11.756" v="1165" actId="1076"/>
          <ac:spMkLst>
            <pc:docMk/>
            <pc:sldMk cId="3345957383" sldId="258"/>
            <ac:spMk id="4" creationId="{12BD16E8-9A9C-405D-B34F-B428728F4CCD}"/>
          </ac:spMkLst>
        </pc:spChg>
        <pc:spChg chg="add del">
          <ac:chgData name="" userId="2e3541348ff98b28" providerId="LiveId" clId="{1078CD50-C857-478C-94E4-6E9BFECCE71D}" dt="2026-01-19T08:15:39.912" v="483" actId="478"/>
          <ac:spMkLst>
            <pc:docMk/>
            <pc:sldMk cId="3345957383" sldId="258"/>
            <ac:spMk id="5" creationId="{C5FB187A-CE0A-479F-BDF7-A6CCF5E77B53}"/>
          </ac:spMkLst>
        </pc:spChg>
        <pc:spChg chg="add mod">
          <ac:chgData name="" userId="2e3541348ff98b28" providerId="LiveId" clId="{1078CD50-C857-478C-94E4-6E9BFECCE71D}" dt="2026-01-19T10:16:57.221" v="1162" actId="255"/>
          <ac:spMkLst>
            <pc:docMk/>
            <pc:sldMk cId="3345957383" sldId="258"/>
            <ac:spMk id="8" creationId="{D20F8E43-DB29-40BD-8468-EF1BAE866E0C}"/>
          </ac:spMkLst>
        </pc:spChg>
        <pc:spChg chg="add del mod">
          <ac:chgData name="" userId="2e3541348ff98b28" providerId="LiveId" clId="{1078CD50-C857-478C-94E4-6E9BFECCE71D}" dt="2026-01-19T09:13:46.629" v="678"/>
          <ac:spMkLst>
            <pc:docMk/>
            <pc:sldMk cId="3345957383" sldId="258"/>
            <ac:spMk id="9" creationId="{89EABE6E-B5FD-4F11-B191-D0B7C7C3F313}"/>
          </ac:spMkLst>
        </pc:spChg>
        <pc:spChg chg="add del mod">
          <ac:chgData name="" userId="2e3541348ff98b28" providerId="LiveId" clId="{1078CD50-C857-478C-94E4-6E9BFECCE71D}" dt="2026-01-19T10:24:45.869" v="1287" actId="478"/>
          <ac:spMkLst>
            <pc:docMk/>
            <pc:sldMk cId="3345957383" sldId="258"/>
            <ac:spMk id="10" creationId="{A6D87632-07AF-4C05-9A7C-CF096E0BA38C}"/>
          </ac:spMkLst>
        </pc:spChg>
        <pc:spChg chg="add del mod">
          <ac:chgData name="" userId="2e3541348ff98b28" providerId="LiveId" clId="{1078CD50-C857-478C-94E4-6E9BFECCE71D}" dt="2026-01-19T10:04:57.145" v="1075"/>
          <ac:spMkLst>
            <pc:docMk/>
            <pc:sldMk cId="3345957383" sldId="258"/>
            <ac:spMk id="14" creationId="{408028CB-0D60-414B-9169-CF882060FE4D}"/>
          </ac:spMkLst>
        </pc:spChg>
        <pc:spChg chg="add del">
          <ac:chgData name="" userId="2e3541348ff98b28" providerId="LiveId" clId="{1078CD50-C857-478C-94E4-6E9BFECCE71D}" dt="2026-01-19T10:16:30.881" v="1157"/>
          <ac:spMkLst>
            <pc:docMk/>
            <pc:sldMk cId="3345957383" sldId="258"/>
            <ac:spMk id="15" creationId="{EE2E3519-AC5E-4595-9A54-E3467C447BD0}"/>
          </ac:spMkLst>
        </pc:spChg>
        <pc:spChg chg="add del mod">
          <ac:chgData name="" userId="2e3541348ff98b28" providerId="LiveId" clId="{1078CD50-C857-478C-94E4-6E9BFECCE71D}" dt="2026-01-19T10:16:14.227" v="1153"/>
          <ac:spMkLst>
            <pc:docMk/>
            <pc:sldMk cId="3345957383" sldId="258"/>
            <ac:spMk id="16" creationId="{3C77402D-2A4A-4251-89C0-6621EE55A43D}"/>
          </ac:spMkLst>
        </pc:spChg>
        <pc:spChg chg="add del mod">
          <ac:chgData name="" userId="2e3541348ff98b28" providerId="LiveId" clId="{1078CD50-C857-478C-94E4-6E9BFECCE71D}" dt="2026-01-19T10:16:14.227" v="1153"/>
          <ac:spMkLst>
            <pc:docMk/>
            <pc:sldMk cId="3345957383" sldId="258"/>
            <ac:spMk id="17" creationId="{CBB96B89-07A2-4EEE-B248-E8ECCABF9AB3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18" creationId="{698CFD5D-1E0B-4115-975D-113968F0714B}"/>
          </ac:spMkLst>
        </pc:spChg>
        <pc:spChg chg="add del mod">
          <ac:chgData name="" userId="2e3541348ff98b28" providerId="LiveId" clId="{1078CD50-C857-478C-94E4-6E9BFECCE71D}" dt="2026-01-19T10:29:15.332" v="1359" actId="478"/>
          <ac:spMkLst>
            <pc:docMk/>
            <pc:sldMk cId="3345957383" sldId="258"/>
            <ac:spMk id="19" creationId="{9014B0AB-D66C-405C-A0D1-4DC8A4567037}"/>
          </ac:spMkLst>
        </pc:spChg>
        <pc:spChg chg="add del mod">
          <ac:chgData name="" userId="2e3541348ff98b28" providerId="LiveId" clId="{1078CD50-C857-478C-94E4-6E9BFECCE71D}" dt="2026-01-19T10:18:56.232" v="1196"/>
          <ac:spMkLst>
            <pc:docMk/>
            <pc:sldMk cId="3345957383" sldId="258"/>
            <ac:spMk id="20" creationId="{0EB6B6D0-FF7E-4414-86B3-206A1D9B1C75}"/>
          </ac:spMkLst>
        </pc:spChg>
        <pc:spChg chg="add del mod">
          <ac:chgData name="" userId="2e3541348ff98b28" providerId="LiveId" clId="{1078CD50-C857-478C-94E4-6E9BFECCE71D}" dt="2026-01-19T10:19:54.884" v="1208" actId="478"/>
          <ac:spMkLst>
            <pc:docMk/>
            <pc:sldMk cId="3345957383" sldId="258"/>
            <ac:spMk id="21" creationId="{08B059E0-40A9-4F77-9DDD-717979775E92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22" creationId="{ED0FC380-D740-4A39-B586-3BF9FE07648E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23" creationId="{AF113918-1063-4F82-BCC2-30E7675DC207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24" creationId="{C38BCE12-936B-410F-901C-70C64C5AB495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25" creationId="{A3E388AA-53A7-43D2-9F78-5931B4444CB9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26" creationId="{00E8C9B9-8223-47E7-B7A7-B9E74B78EB16}"/>
          </ac:spMkLst>
        </pc:spChg>
        <pc:spChg chg="add del mod">
          <ac:chgData name="" userId="2e3541348ff98b28" providerId="LiveId" clId="{1078CD50-C857-478C-94E4-6E9BFECCE71D}" dt="2026-01-19T10:26:01.580" v="1301" actId="478"/>
          <ac:spMkLst>
            <pc:docMk/>
            <pc:sldMk cId="3345957383" sldId="258"/>
            <ac:spMk id="27" creationId="{3D0E28B3-BEEC-4B69-80F4-D9D5E4871CE7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28" creationId="{62D83375-A27F-4C0E-93CE-D4D8134A1B55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29" creationId="{C23E3C89-B332-4C6F-918E-B2626D120D45}"/>
          </ac:spMkLst>
        </pc:spChg>
        <pc:spChg chg="add del mod">
          <ac:chgData name="" userId="2e3541348ff98b28" providerId="LiveId" clId="{1078CD50-C857-478C-94E4-6E9BFECCE71D}" dt="2026-01-19T10:28:29.654" v="1335"/>
          <ac:spMkLst>
            <pc:docMk/>
            <pc:sldMk cId="3345957383" sldId="258"/>
            <ac:spMk id="30" creationId="{E4434A18-45BE-4078-B31F-A3C850819638}"/>
          </ac:spMkLst>
        </pc:spChg>
        <pc:spChg chg="add del">
          <ac:chgData name="" userId="2e3541348ff98b28" providerId="LiveId" clId="{1078CD50-C857-478C-94E4-6E9BFECCE71D}" dt="2026-01-19T10:28:28.254" v="1333"/>
          <ac:spMkLst>
            <pc:docMk/>
            <pc:sldMk cId="3345957383" sldId="258"/>
            <ac:spMk id="31" creationId="{71827876-26E4-4A45-BB5C-D1555532592E}"/>
          </ac:spMkLst>
        </pc:spChg>
        <pc:spChg chg="add del mod">
          <ac:chgData name="" userId="2e3541348ff98b28" providerId="LiveId" clId="{1078CD50-C857-478C-94E4-6E9BFECCE71D}" dt="2026-01-19T10:28:26.613" v="1330"/>
          <ac:spMkLst>
            <pc:docMk/>
            <pc:sldMk cId="3345957383" sldId="258"/>
            <ac:spMk id="32" creationId="{7A7E69DF-A99E-4EB9-8846-07EFAEA66813}"/>
          </ac:spMkLst>
        </pc:spChg>
        <pc:spChg chg="add del mod">
          <ac:chgData name="" userId="2e3541348ff98b28" providerId="LiveId" clId="{1078CD50-C857-478C-94E4-6E9BFECCE71D}" dt="2026-01-19T10:28:58.468" v="1354" actId="478"/>
          <ac:spMkLst>
            <pc:docMk/>
            <pc:sldMk cId="3345957383" sldId="258"/>
            <ac:spMk id="33" creationId="{404408B9-CE0E-4D21-8C7F-1AE41EE096D2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34" creationId="{716C40F7-53CB-4A11-869B-BA218993117A}"/>
          </ac:spMkLst>
        </pc:spChg>
        <pc:spChg chg="add del">
          <ac:chgData name="" userId="2e3541348ff98b28" providerId="LiveId" clId="{1078CD50-C857-478C-94E4-6E9BFECCE71D}" dt="2026-01-19T10:29:27.165" v="1363"/>
          <ac:spMkLst>
            <pc:docMk/>
            <pc:sldMk cId="3345957383" sldId="258"/>
            <ac:spMk id="35" creationId="{32757CF6-FBAA-4EBD-8C45-7A84AF8ABDE9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36" creationId="{A0B72C89-79A5-4453-9E33-058138CE342B}"/>
          </ac:spMkLst>
        </pc:spChg>
        <pc:spChg chg="add del">
          <ac:chgData name="" userId="2e3541348ff98b28" providerId="LiveId" clId="{1078CD50-C857-478C-94E4-6E9BFECCE71D}" dt="2026-01-19T10:45:23.093" v="1438" actId="478"/>
          <ac:spMkLst>
            <pc:docMk/>
            <pc:sldMk cId="3345957383" sldId="258"/>
            <ac:spMk id="37" creationId="{B9CCBDCC-1FDA-4B22-A446-EB4358C3957C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38" creationId="{84552B17-22FD-4174-A53B-FF6BE4088324}"/>
          </ac:spMkLst>
        </pc:spChg>
        <pc:spChg chg="add mod">
          <ac:chgData name="" userId="2e3541348ff98b28" providerId="LiveId" clId="{1078CD50-C857-478C-94E4-6E9BFECCE71D}" dt="2026-01-19T10:49:37.036" v="1531" actId="1076"/>
          <ac:spMkLst>
            <pc:docMk/>
            <pc:sldMk cId="3345957383" sldId="258"/>
            <ac:spMk id="39" creationId="{247BFC66-C16D-408B-8451-3611BFE7D764}"/>
          </ac:spMkLst>
        </pc:spChg>
        <pc:graphicFrameChg chg="add mod modGraphic">
          <ac:chgData name="" userId="2e3541348ff98b28" providerId="LiveId" clId="{1078CD50-C857-478C-94E4-6E9BFECCE71D}" dt="2026-01-19T10:49:41.236" v="1532" actId="1076"/>
          <ac:graphicFrameMkLst>
            <pc:docMk/>
            <pc:sldMk cId="3345957383" sldId="258"/>
            <ac:graphicFrameMk id="6" creationId="{6E44B50F-FB76-4060-87DD-77580E62DC5E}"/>
          </ac:graphicFrameMkLst>
        </pc:graphicFrameChg>
        <pc:graphicFrameChg chg="del mod">
          <ac:chgData name="" userId="2e3541348ff98b28" providerId="LiveId" clId="{1078CD50-C857-478C-94E4-6E9BFECCE71D}" dt="2026-01-19T08:17:12.409" v="498" actId="478"/>
          <ac:graphicFrameMkLst>
            <pc:docMk/>
            <pc:sldMk cId="3345957383" sldId="258"/>
            <ac:graphicFrameMk id="7" creationId="{F4869B2D-F46E-40BF-AC8F-452BC5B5D0EA}"/>
          </ac:graphicFrameMkLst>
        </pc:graphicFrameChg>
        <pc:graphicFrameChg chg="add del mod modGraphic">
          <ac:chgData name="" userId="2e3541348ff98b28" providerId="LiveId" clId="{1078CD50-C857-478C-94E4-6E9BFECCE71D}" dt="2026-01-19T10:16:14.227" v="1153"/>
          <ac:graphicFrameMkLst>
            <pc:docMk/>
            <pc:sldMk cId="3345957383" sldId="258"/>
            <ac:graphicFrameMk id="13" creationId="{77BB2FFF-78F6-4928-8523-96FA4F676A91}"/>
          </ac:graphicFrameMkLst>
        </pc:graphicFrameChg>
        <pc:cxnChg chg="add del mod">
          <ac:chgData name="" userId="2e3541348ff98b28" providerId="LiveId" clId="{1078CD50-C857-478C-94E4-6E9BFECCE71D}" dt="2026-01-19T10:16:38.525" v="1159" actId="478"/>
          <ac:cxnSpMkLst>
            <pc:docMk/>
            <pc:sldMk cId="3345957383" sldId="258"/>
            <ac:cxnSpMk id="12" creationId="{D56E97A4-4D89-4944-AA2C-F23A5B059E77}"/>
          </ac:cxnSpMkLst>
        </pc:cxnChg>
      </pc:sldChg>
      <pc:sldChg chg="addSp delSp add">
        <pc:chgData name="" userId="2e3541348ff98b28" providerId="LiveId" clId="{1078CD50-C857-478C-94E4-6E9BFECCE71D}" dt="2026-01-19T10:16:34.475" v="1158"/>
        <pc:sldMkLst>
          <pc:docMk/>
          <pc:sldMk cId="2610857784" sldId="259"/>
        </pc:sldMkLst>
        <pc:spChg chg="del">
          <ac:chgData name="" userId="2e3541348ff98b28" providerId="LiveId" clId="{1078CD50-C857-478C-94E4-6E9BFECCE71D}" dt="2026-01-19T10:16:20.245" v="1154" actId="478"/>
          <ac:spMkLst>
            <pc:docMk/>
            <pc:sldMk cId="2610857784" sldId="259"/>
            <ac:spMk id="2" creationId="{67BF035F-9F46-4163-8CDE-B9F0DC5B1143}"/>
          </ac:spMkLst>
        </pc:spChg>
        <pc:spChg chg="del">
          <ac:chgData name="" userId="2e3541348ff98b28" providerId="LiveId" clId="{1078CD50-C857-478C-94E4-6E9BFECCE71D}" dt="2026-01-19T10:16:23.357" v="1155" actId="478"/>
          <ac:spMkLst>
            <pc:docMk/>
            <pc:sldMk cId="2610857784" sldId="259"/>
            <ac:spMk id="3" creationId="{1C6B322E-D005-4E66-9A39-F63EF6BDEA43}"/>
          </ac:spMkLst>
        </pc:spChg>
        <pc:spChg chg="add">
          <ac:chgData name="" userId="2e3541348ff98b28" providerId="LiveId" clId="{1078CD50-C857-478C-94E4-6E9BFECCE71D}" dt="2026-01-19T10:16:25.014" v="1156"/>
          <ac:spMkLst>
            <pc:docMk/>
            <pc:sldMk cId="2610857784" sldId="259"/>
            <ac:spMk id="5" creationId="{9E42449A-BE6E-46E1-805E-E6172A14C752}"/>
          </ac:spMkLst>
        </pc:spChg>
        <pc:spChg chg="add">
          <ac:chgData name="" userId="2e3541348ff98b28" providerId="LiveId" clId="{1078CD50-C857-478C-94E4-6E9BFECCE71D}" dt="2026-01-19T10:16:25.014" v="1156"/>
          <ac:spMkLst>
            <pc:docMk/>
            <pc:sldMk cId="2610857784" sldId="259"/>
            <ac:spMk id="6" creationId="{C60C3AB8-4608-4B3C-B787-6B3CD71A0A0E}"/>
          </ac:spMkLst>
        </pc:spChg>
        <pc:spChg chg="add">
          <ac:chgData name="" userId="2e3541348ff98b28" providerId="LiveId" clId="{1078CD50-C857-478C-94E4-6E9BFECCE71D}" dt="2026-01-19T10:16:34.475" v="1158"/>
          <ac:spMkLst>
            <pc:docMk/>
            <pc:sldMk cId="2610857784" sldId="259"/>
            <ac:spMk id="7" creationId="{0CBB3304-D778-4FDF-90AC-B75440B27FB2}"/>
          </ac:spMkLst>
        </pc:spChg>
        <pc:graphicFrameChg chg="add">
          <ac:chgData name="" userId="2e3541348ff98b28" providerId="LiveId" clId="{1078CD50-C857-478C-94E4-6E9BFECCE71D}" dt="2026-01-19T10:16:25.014" v="1156"/>
          <ac:graphicFrameMkLst>
            <pc:docMk/>
            <pc:sldMk cId="2610857784" sldId="259"/>
            <ac:graphicFrameMk id="4" creationId="{67671770-2973-4847-A55E-EC1673634C33}"/>
          </ac:graphicFrameMkLst>
        </pc:graphicFrameChg>
      </pc:sldChg>
    </pc:docChg>
  </pc:docChgLst>
  <pc:docChgLst>
    <pc:chgData name="Samparka Dey" userId="2e3541348ff98b28" providerId="LiveId" clId="{5FDC7681-B42D-4005-9AA7-E7C5A8058C1A}"/>
    <pc:docChg chg="undo custSel addSld modSld">
      <pc:chgData name="Samparka Dey" userId="2e3541348ff98b28" providerId="LiveId" clId="{5FDC7681-B42D-4005-9AA7-E7C5A8058C1A}" dt="2026-01-20T06:19:23.694" v="791" actId="20577"/>
      <pc:docMkLst>
        <pc:docMk/>
      </pc:docMkLst>
      <pc:sldChg chg="modSp mod">
        <pc:chgData name="Samparka Dey" userId="2e3541348ff98b28" providerId="LiveId" clId="{5FDC7681-B42D-4005-9AA7-E7C5A8058C1A}" dt="2026-01-20T06:19:23.694" v="791" actId="20577"/>
        <pc:sldMkLst>
          <pc:docMk/>
          <pc:sldMk cId="3345957383" sldId="258"/>
        </pc:sldMkLst>
        <pc:spChg chg="mod">
          <ac:chgData name="Samparka Dey" userId="2e3541348ff98b28" providerId="LiveId" clId="{5FDC7681-B42D-4005-9AA7-E7C5A8058C1A}" dt="2026-01-20T06:17:45.059" v="743" actId="14100"/>
          <ac:spMkLst>
            <pc:docMk/>
            <pc:sldMk cId="3345957383" sldId="258"/>
            <ac:spMk id="24" creationId="{C38BCE12-936B-410F-901C-70C64C5AB495}"/>
          </ac:spMkLst>
        </pc:spChg>
        <pc:spChg chg="mod">
          <ac:chgData name="Samparka Dey" userId="2e3541348ff98b28" providerId="LiveId" clId="{5FDC7681-B42D-4005-9AA7-E7C5A8058C1A}" dt="2026-01-20T06:18:14.442" v="766" actId="20577"/>
          <ac:spMkLst>
            <pc:docMk/>
            <pc:sldMk cId="3345957383" sldId="258"/>
            <ac:spMk id="29" creationId="{C23E3C89-B332-4C6F-918E-B2626D120D45}"/>
          </ac:spMkLst>
        </pc:spChg>
        <pc:spChg chg="mod">
          <ac:chgData name="Samparka Dey" userId="2e3541348ff98b28" providerId="LiveId" clId="{5FDC7681-B42D-4005-9AA7-E7C5A8058C1A}" dt="2026-01-20T06:19:23.694" v="791" actId="20577"/>
          <ac:spMkLst>
            <pc:docMk/>
            <pc:sldMk cId="3345957383" sldId="258"/>
            <ac:spMk id="34" creationId="{716C40F7-53CB-4A11-869B-BA218993117A}"/>
          </ac:spMkLst>
        </pc:spChg>
      </pc:sldChg>
      <pc:sldChg chg="addSp delSp modSp mod">
        <pc:chgData name="Samparka Dey" userId="2e3541348ff98b28" providerId="LiveId" clId="{5FDC7681-B42D-4005-9AA7-E7C5A8058C1A}" dt="2026-01-19T17:15:00.753" v="634" actId="20577"/>
        <pc:sldMkLst>
          <pc:docMk/>
          <pc:sldMk cId="2610857784" sldId="259"/>
        </pc:sldMkLst>
        <pc:spChg chg="add del mod">
          <ac:chgData name="Samparka Dey" userId="2e3541348ff98b28" providerId="LiveId" clId="{5FDC7681-B42D-4005-9AA7-E7C5A8058C1A}" dt="2026-01-19T17:14:14.721" v="626" actId="478"/>
          <ac:spMkLst>
            <pc:docMk/>
            <pc:sldMk cId="2610857784" sldId="259"/>
            <ac:spMk id="3" creationId="{41355512-AA09-3C82-C1AA-62F1A90935D4}"/>
          </ac:spMkLst>
        </pc:spChg>
        <pc:spChg chg="mod">
          <ac:chgData name="Samparka Dey" userId="2e3541348ff98b28" providerId="LiveId" clId="{5FDC7681-B42D-4005-9AA7-E7C5A8058C1A}" dt="2026-01-19T16:58:40.570" v="403" actId="1076"/>
          <ac:spMkLst>
            <pc:docMk/>
            <pc:sldMk cId="2610857784" sldId="259"/>
            <ac:spMk id="5" creationId="{9E42449A-BE6E-46E1-805E-E6172A14C752}"/>
          </ac:spMkLst>
        </pc:spChg>
        <pc:spChg chg="mod">
          <ac:chgData name="Samparka Dey" userId="2e3541348ff98b28" providerId="LiveId" clId="{5FDC7681-B42D-4005-9AA7-E7C5A8058C1A}" dt="2026-01-19T16:58:46.292" v="404" actId="1076"/>
          <ac:spMkLst>
            <pc:docMk/>
            <pc:sldMk cId="2610857784" sldId="259"/>
            <ac:spMk id="6" creationId="{C60C3AB8-4608-4B3C-B787-6B3CD71A0A0E}"/>
          </ac:spMkLst>
        </pc:spChg>
        <pc:spChg chg="mod">
          <ac:chgData name="Samparka Dey" userId="2e3541348ff98b28" providerId="LiveId" clId="{5FDC7681-B42D-4005-9AA7-E7C5A8058C1A}" dt="2026-01-19T16:58:27.901" v="401" actId="1076"/>
          <ac:spMkLst>
            <pc:docMk/>
            <pc:sldMk cId="2610857784" sldId="259"/>
            <ac:spMk id="7" creationId="{0CBB3304-D778-4FDF-90AC-B75440B27FB2}"/>
          </ac:spMkLst>
        </pc:spChg>
        <pc:spChg chg="add mod">
          <ac:chgData name="Samparka Dey" userId="2e3541348ff98b28" providerId="LiveId" clId="{5FDC7681-B42D-4005-9AA7-E7C5A8058C1A}" dt="2026-01-19T17:02:43.634" v="426" actId="1076"/>
          <ac:spMkLst>
            <pc:docMk/>
            <pc:sldMk cId="2610857784" sldId="259"/>
            <ac:spMk id="8" creationId="{D3636CDD-BD77-5450-8F14-E63410938B18}"/>
          </ac:spMkLst>
        </pc:spChg>
        <pc:spChg chg="add mod">
          <ac:chgData name="Samparka Dey" userId="2e3541348ff98b28" providerId="LiveId" clId="{5FDC7681-B42D-4005-9AA7-E7C5A8058C1A}" dt="2026-01-19T17:02:43.634" v="426" actId="1076"/>
          <ac:spMkLst>
            <pc:docMk/>
            <pc:sldMk cId="2610857784" sldId="259"/>
            <ac:spMk id="9" creationId="{D6B8EAFA-C069-1EA9-D4EA-8F0959B3E20B}"/>
          </ac:spMkLst>
        </pc:spChg>
        <pc:spChg chg="add del mod">
          <ac:chgData name="Samparka Dey" userId="2e3541348ff98b28" providerId="LiveId" clId="{5FDC7681-B42D-4005-9AA7-E7C5A8058C1A}" dt="2026-01-19T16:53:09.488" v="378" actId="21"/>
          <ac:spMkLst>
            <pc:docMk/>
            <pc:sldMk cId="2610857784" sldId="259"/>
            <ac:spMk id="11" creationId="{FBEC427A-0950-9925-7305-65DD78D4E9C0}"/>
          </ac:spMkLst>
        </pc:spChg>
        <pc:spChg chg="add del mod">
          <ac:chgData name="Samparka Dey" userId="2e3541348ff98b28" providerId="LiveId" clId="{5FDC7681-B42D-4005-9AA7-E7C5A8058C1A}" dt="2026-01-19T16:53:09.488" v="378" actId="21"/>
          <ac:spMkLst>
            <pc:docMk/>
            <pc:sldMk cId="2610857784" sldId="259"/>
            <ac:spMk id="12" creationId="{95A48E92-5342-37B6-D124-CC52C1E29BDE}"/>
          </ac:spMkLst>
        </pc:spChg>
        <pc:spChg chg="add del mod">
          <ac:chgData name="Samparka Dey" userId="2e3541348ff98b28" providerId="LiveId" clId="{5FDC7681-B42D-4005-9AA7-E7C5A8058C1A}" dt="2026-01-19T16:53:09.488" v="378" actId="21"/>
          <ac:spMkLst>
            <pc:docMk/>
            <pc:sldMk cId="2610857784" sldId="259"/>
            <ac:spMk id="13" creationId="{87257497-E35A-11A2-0FA7-68B6F0E0F72F}"/>
          </ac:spMkLst>
        </pc:spChg>
        <pc:spChg chg="add mod">
          <ac:chgData name="Samparka Dey" userId="2e3541348ff98b28" providerId="LiveId" clId="{5FDC7681-B42D-4005-9AA7-E7C5A8058C1A}" dt="2026-01-19T16:35:45.142" v="25" actId="20577"/>
          <ac:spMkLst>
            <pc:docMk/>
            <pc:sldMk cId="2610857784" sldId="259"/>
            <ac:spMk id="19" creationId="{7769764F-C8DB-2D72-20C1-1D223A095A3C}"/>
          </ac:spMkLst>
        </pc:spChg>
        <pc:spChg chg="add mod">
          <ac:chgData name="Samparka Dey" userId="2e3541348ff98b28" providerId="LiveId" clId="{5FDC7681-B42D-4005-9AA7-E7C5A8058C1A}" dt="2026-01-19T17:15:00.753" v="634" actId="20577"/>
          <ac:spMkLst>
            <pc:docMk/>
            <pc:sldMk cId="2610857784" sldId="259"/>
            <ac:spMk id="20" creationId="{67016FB4-0F9C-35D4-6D58-22B60E36BC91}"/>
          </ac:spMkLst>
        </pc:spChg>
        <pc:spChg chg="add del mod">
          <ac:chgData name="Samparka Dey" userId="2e3541348ff98b28" providerId="LiveId" clId="{5FDC7681-B42D-4005-9AA7-E7C5A8058C1A}" dt="2026-01-19T16:53:09.488" v="378" actId="21"/>
          <ac:spMkLst>
            <pc:docMk/>
            <pc:sldMk cId="2610857784" sldId="259"/>
            <ac:spMk id="21" creationId="{BC832D65-7C81-6849-81CB-33651B16BE85}"/>
          </ac:spMkLst>
        </pc:spChg>
        <pc:spChg chg="add mod">
          <ac:chgData name="Samparka Dey" userId="2e3541348ff98b28" providerId="LiveId" clId="{5FDC7681-B42D-4005-9AA7-E7C5A8058C1A}" dt="2026-01-19T17:02:04.333" v="423" actId="207"/>
          <ac:spMkLst>
            <pc:docMk/>
            <pc:sldMk cId="2610857784" sldId="259"/>
            <ac:spMk id="23" creationId="{C4687571-D604-5D75-2EF0-55E00A60AC88}"/>
          </ac:spMkLst>
        </pc:spChg>
        <pc:graphicFrameChg chg="add mod modGraphic">
          <ac:chgData name="Samparka Dey" userId="2e3541348ff98b28" providerId="LiveId" clId="{5FDC7681-B42D-4005-9AA7-E7C5A8058C1A}" dt="2026-01-19T17:02:43.634" v="426" actId="1076"/>
          <ac:graphicFrameMkLst>
            <pc:docMk/>
            <pc:sldMk cId="2610857784" sldId="259"/>
            <ac:graphicFrameMk id="2" creationId="{B3A15DC0-7768-647E-4FF4-3DC755D5930A}"/>
          </ac:graphicFrameMkLst>
        </pc:graphicFrameChg>
        <pc:graphicFrameChg chg="mod modGraphic">
          <ac:chgData name="Samparka Dey" userId="2e3541348ff98b28" providerId="LiveId" clId="{5FDC7681-B42D-4005-9AA7-E7C5A8058C1A}" dt="2026-01-19T16:58:33.724" v="402" actId="1076"/>
          <ac:graphicFrameMkLst>
            <pc:docMk/>
            <pc:sldMk cId="2610857784" sldId="259"/>
            <ac:graphicFrameMk id="4" creationId="{67671770-2973-4847-A55E-EC1673634C33}"/>
          </ac:graphicFrameMkLst>
        </pc:graphicFrameChg>
        <pc:graphicFrameChg chg="add del mod">
          <ac:chgData name="Samparka Dey" userId="2e3541348ff98b28" providerId="LiveId" clId="{5FDC7681-B42D-4005-9AA7-E7C5A8058C1A}" dt="2026-01-19T16:53:09.488" v="378" actId="21"/>
          <ac:graphicFrameMkLst>
            <pc:docMk/>
            <pc:sldMk cId="2610857784" sldId="259"/>
            <ac:graphicFrameMk id="10" creationId="{B3EECE65-ABCA-F5A2-C250-3E2E80AC3E7A}"/>
          </ac:graphicFrameMkLst>
        </pc:graphicFrameChg>
        <pc:cxnChg chg="add del mod">
          <ac:chgData name="Samparka Dey" userId="2e3541348ff98b28" providerId="LiveId" clId="{5FDC7681-B42D-4005-9AA7-E7C5A8058C1A}" dt="2026-01-19T16:41:49.377" v="206" actId="478"/>
          <ac:cxnSpMkLst>
            <pc:docMk/>
            <pc:sldMk cId="2610857784" sldId="259"/>
            <ac:cxnSpMk id="15" creationId="{89199E04-2DB6-62A6-AC57-7DC1A5E6F833}"/>
          </ac:cxnSpMkLst>
        </pc:cxnChg>
        <pc:cxnChg chg="add del mod">
          <ac:chgData name="Samparka Dey" userId="2e3541348ff98b28" providerId="LiveId" clId="{5FDC7681-B42D-4005-9AA7-E7C5A8058C1A}" dt="2026-01-19T16:36:12.550" v="27" actId="478"/>
          <ac:cxnSpMkLst>
            <pc:docMk/>
            <pc:sldMk cId="2610857784" sldId="259"/>
            <ac:cxnSpMk id="16" creationId="{04B71761-A9DC-D49F-9A38-A650B91C706A}"/>
          </ac:cxnSpMkLst>
        </pc:cxnChg>
      </pc:sldChg>
      <pc:sldChg chg="addSp delSp modSp new mod">
        <pc:chgData name="Samparka Dey" userId="2e3541348ff98b28" providerId="LiveId" clId="{5FDC7681-B42D-4005-9AA7-E7C5A8058C1A}" dt="2026-01-19T17:15:06.552" v="636" actId="20577"/>
        <pc:sldMkLst>
          <pc:docMk/>
          <pc:sldMk cId="2034037793" sldId="260"/>
        </pc:sldMkLst>
        <pc:spChg chg="del">
          <ac:chgData name="Samparka Dey" userId="2e3541348ff98b28" providerId="LiveId" clId="{5FDC7681-B42D-4005-9AA7-E7C5A8058C1A}" dt="2026-01-19T16:53:18.735" v="381" actId="478"/>
          <ac:spMkLst>
            <pc:docMk/>
            <pc:sldMk cId="2034037793" sldId="260"/>
            <ac:spMk id="2" creationId="{8776F95F-EB0D-8C90-F1C7-B3C4C6D21CEC}"/>
          </ac:spMkLst>
        </pc:spChg>
        <pc:spChg chg="del">
          <ac:chgData name="Samparka Dey" userId="2e3541348ff98b28" providerId="LiveId" clId="{5FDC7681-B42D-4005-9AA7-E7C5A8058C1A}" dt="2026-01-19T16:53:17.240" v="380" actId="478"/>
          <ac:spMkLst>
            <pc:docMk/>
            <pc:sldMk cId="2034037793" sldId="260"/>
            <ac:spMk id="3" creationId="{78A3F2E1-C057-258B-C3A4-9B6CA904DC45}"/>
          </ac:spMkLst>
        </pc:spChg>
        <pc:spChg chg="add mod">
          <ac:chgData name="Samparka Dey" userId="2e3541348ff98b28" providerId="LiveId" clId="{5FDC7681-B42D-4005-9AA7-E7C5A8058C1A}" dt="2026-01-19T17:03:24.252" v="430" actId="1076"/>
          <ac:spMkLst>
            <pc:docMk/>
            <pc:sldMk cId="2034037793" sldId="260"/>
            <ac:spMk id="5" creationId="{3F0A6700-4A2A-7E41-20A6-3B430CDEFEC2}"/>
          </ac:spMkLst>
        </pc:spChg>
        <pc:spChg chg="add mod">
          <ac:chgData name="Samparka Dey" userId="2e3541348ff98b28" providerId="LiveId" clId="{5FDC7681-B42D-4005-9AA7-E7C5A8058C1A}" dt="2026-01-19T17:03:24.252" v="430" actId="1076"/>
          <ac:spMkLst>
            <pc:docMk/>
            <pc:sldMk cId="2034037793" sldId="260"/>
            <ac:spMk id="6" creationId="{65AF2C3D-C8A8-422E-9107-1D7EA6EBE306}"/>
          </ac:spMkLst>
        </pc:spChg>
        <pc:spChg chg="add mod">
          <ac:chgData name="Samparka Dey" userId="2e3541348ff98b28" providerId="LiveId" clId="{5FDC7681-B42D-4005-9AA7-E7C5A8058C1A}" dt="2026-01-19T17:03:24.252" v="430" actId="1076"/>
          <ac:spMkLst>
            <pc:docMk/>
            <pc:sldMk cId="2034037793" sldId="260"/>
            <ac:spMk id="7" creationId="{1951CEB2-ED2D-5241-64A3-DB84ACBBC13E}"/>
          </ac:spMkLst>
        </pc:spChg>
        <pc:spChg chg="add mod">
          <ac:chgData name="Samparka Dey" userId="2e3541348ff98b28" providerId="LiveId" clId="{5FDC7681-B42D-4005-9AA7-E7C5A8058C1A}" dt="2026-01-19T17:15:06.552" v="636" actId="20577"/>
          <ac:spMkLst>
            <pc:docMk/>
            <pc:sldMk cId="2034037793" sldId="260"/>
            <ac:spMk id="8" creationId="{1E6C63AF-30F3-29AF-710C-D0BF7DF282E4}"/>
          </ac:spMkLst>
        </pc:spChg>
        <pc:spChg chg="add mod">
          <ac:chgData name="Samparka Dey" userId="2e3541348ff98b28" providerId="LiveId" clId="{5FDC7681-B42D-4005-9AA7-E7C5A8058C1A}" dt="2026-01-19T17:03:37.636" v="433" actId="20577"/>
          <ac:spMkLst>
            <pc:docMk/>
            <pc:sldMk cId="2034037793" sldId="260"/>
            <ac:spMk id="9" creationId="{4376E3AF-E0C6-1872-EA30-925BA5965DC0}"/>
          </ac:spMkLst>
        </pc:spChg>
        <pc:spChg chg="add del mod">
          <ac:chgData name="Samparka Dey" userId="2e3541348ff98b28" providerId="LiveId" clId="{5FDC7681-B42D-4005-9AA7-E7C5A8058C1A}" dt="2026-01-19T17:03:01.225" v="428" actId="478"/>
          <ac:spMkLst>
            <pc:docMk/>
            <pc:sldMk cId="2034037793" sldId="260"/>
            <ac:spMk id="11" creationId="{FBEC427A-0950-9925-7305-65DD78D4E9C0}"/>
          </ac:spMkLst>
        </pc:spChg>
        <pc:spChg chg="add del mod">
          <ac:chgData name="Samparka Dey" userId="2e3541348ff98b28" providerId="LiveId" clId="{5FDC7681-B42D-4005-9AA7-E7C5A8058C1A}" dt="2026-01-19T17:03:01.225" v="428" actId="478"/>
          <ac:spMkLst>
            <pc:docMk/>
            <pc:sldMk cId="2034037793" sldId="260"/>
            <ac:spMk id="12" creationId="{95A48E92-5342-37B6-D124-CC52C1E29BDE}"/>
          </ac:spMkLst>
        </pc:spChg>
        <pc:spChg chg="add del mod">
          <ac:chgData name="Samparka Dey" userId="2e3541348ff98b28" providerId="LiveId" clId="{5FDC7681-B42D-4005-9AA7-E7C5A8058C1A}" dt="2026-01-19T17:03:01.225" v="428" actId="478"/>
          <ac:spMkLst>
            <pc:docMk/>
            <pc:sldMk cId="2034037793" sldId="260"/>
            <ac:spMk id="13" creationId="{87257497-E35A-11A2-0FA7-68B6F0E0F72F}"/>
          </ac:spMkLst>
        </pc:spChg>
        <pc:spChg chg="add del mod">
          <ac:chgData name="Samparka Dey" userId="2e3541348ff98b28" providerId="LiveId" clId="{5FDC7681-B42D-4005-9AA7-E7C5A8058C1A}" dt="2026-01-19T17:13:16.906" v="622" actId="478"/>
          <ac:spMkLst>
            <pc:docMk/>
            <pc:sldMk cId="2034037793" sldId="260"/>
            <ac:spMk id="15" creationId="{12E4A72D-6E81-10C4-264E-B09FF4293B23}"/>
          </ac:spMkLst>
        </pc:spChg>
        <pc:spChg chg="add mod">
          <ac:chgData name="Samparka Dey" userId="2e3541348ff98b28" providerId="LiveId" clId="{5FDC7681-B42D-4005-9AA7-E7C5A8058C1A}" dt="2026-01-19T17:13:26.047" v="623" actId="1076"/>
          <ac:spMkLst>
            <pc:docMk/>
            <pc:sldMk cId="2034037793" sldId="260"/>
            <ac:spMk id="16" creationId="{7DCFF280-8F84-9344-063D-9DA3A04E0209}"/>
          </ac:spMkLst>
        </pc:spChg>
        <pc:spChg chg="add mod">
          <ac:chgData name="Samparka Dey" userId="2e3541348ff98b28" providerId="LiveId" clId="{5FDC7681-B42D-4005-9AA7-E7C5A8058C1A}" dt="2026-01-19T17:07:07.553" v="494" actId="1076"/>
          <ac:spMkLst>
            <pc:docMk/>
            <pc:sldMk cId="2034037793" sldId="260"/>
            <ac:spMk id="17" creationId="{68FB2815-56BD-4DD4-1676-58F87C7C36EF}"/>
          </ac:spMkLst>
        </pc:spChg>
        <pc:spChg chg="add del mod">
          <ac:chgData name="Samparka Dey" userId="2e3541348ff98b28" providerId="LiveId" clId="{5FDC7681-B42D-4005-9AA7-E7C5A8058C1A}" dt="2026-01-19T17:02:58.102" v="427" actId="478"/>
          <ac:spMkLst>
            <pc:docMk/>
            <pc:sldMk cId="2034037793" sldId="260"/>
            <ac:spMk id="21" creationId="{BC832D65-7C81-6849-81CB-33651B16BE85}"/>
          </ac:spMkLst>
        </pc:spChg>
        <pc:graphicFrameChg chg="add mod">
          <ac:chgData name="Samparka Dey" userId="2e3541348ff98b28" providerId="LiveId" clId="{5FDC7681-B42D-4005-9AA7-E7C5A8058C1A}" dt="2026-01-19T17:03:24.252" v="430" actId="1076"/>
          <ac:graphicFrameMkLst>
            <pc:docMk/>
            <pc:sldMk cId="2034037793" sldId="260"/>
            <ac:graphicFrameMk id="4" creationId="{3378B181-B714-1EF2-AB08-C2BE50229316}"/>
          </ac:graphicFrameMkLst>
        </pc:graphicFrameChg>
        <pc:graphicFrameChg chg="add del mod">
          <ac:chgData name="Samparka Dey" userId="2e3541348ff98b28" providerId="LiveId" clId="{5FDC7681-B42D-4005-9AA7-E7C5A8058C1A}" dt="2026-01-19T17:03:01.225" v="428" actId="478"/>
          <ac:graphicFrameMkLst>
            <pc:docMk/>
            <pc:sldMk cId="2034037793" sldId="260"/>
            <ac:graphicFrameMk id="10" creationId="{B3EECE65-ABCA-F5A2-C250-3E2E80AC3E7A}"/>
          </ac:graphicFrameMkLst>
        </pc:graphicFrameChg>
        <pc:graphicFrameChg chg="add mod modGraphic">
          <ac:chgData name="Samparka Dey" userId="2e3541348ff98b28" providerId="LiveId" clId="{5FDC7681-B42D-4005-9AA7-E7C5A8058C1A}" dt="2026-01-19T17:13:42.025" v="625" actId="207"/>
          <ac:graphicFrameMkLst>
            <pc:docMk/>
            <pc:sldMk cId="2034037793" sldId="260"/>
            <ac:graphicFrameMk id="14" creationId="{D3044F7D-6BCA-1CC9-78C6-19484159680E}"/>
          </ac:graphicFrameMkLst>
        </pc:graphicFrameChg>
      </pc:sldChg>
      <pc:sldChg chg="addSp delSp modSp new mod">
        <pc:chgData name="Samparka Dey" userId="2e3541348ff98b28" providerId="LiveId" clId="{5FDC7681-B42D-4005-9AA7-E7C5A8058C1A}" dt="2026-01-19T17:19:06.092" v="717" actId="20577"/>
        <pc:sldMkLst>
          <pc:docMk/>
          <pc:sldMk cId="1720644286" sldId="261"/>
        </pc:sldMkLst>
        <pc:spChg chg="del">
          <ac:chgData name="Samparka Dey" userId="2e3541348ff98b28" providerId="LiveId" clId="{5FDC7681-B42D-4005-9AA7-E7C5A8058C1A}" dt="2026-01-19T17:15:15.785" v="638" actId="478"/>
          <ac:spMkLst>
            <pc:docMk/>
            <pc:sldMk cId="1720644286" sldId="261"/>
            <ac:spMk id="2" creationId="{D73D2A4F-EA5F-91AE-DC6D-0B88061E153D}"/>
          </ac:spMkLst>
        </pc:spChg>
        <pc:spChg chg="del">
          <ac:chgData name="Samparka Dey" userId="2e3541348ff98b28" providerId="LiveId" clId="{5FDC7681-B42D-4005-9AA7-E7C5A8058C1A}" dt="2026-01-19T17:15:19.808" v="639" actId="478"/>
          <ac:spMkLst>
            <pc:docMk/>
            <pc:sldMk cId="1720644286" sldId="261"/>
            <ac:spMk id="3" creationId="{AB1DEB76-1E50-1A49-D56F-8133F2498385}"/>
          </ac:spMkLst>
        </pc:spChg>
        <pc:spChg chg="add mod">
          <ac:chgData name="Samparka Dey" userId="2e3541348ff98b28" providerId="LiveId" clId="{5FDC7681-B42D-4005-9AA7-E7C5A8058C1A}" dt="2026-01-19T17:15:55.726" v="644" actId="1076"/>
          <ac:spMkLst>
            <pc:docMk/>
            <pc:sldMk cId="1720644286" sldId="261"/>
            <ac:spMk id="5" creationId="{9842D745-FE05-35B4-6B05-E4292F0ABF38}"/>
          </ac:spMkLst>
        </pc:spChg>
        <pc:spChg chg="add mod">
          <ac:chgData name="Samparka Dey" userId="2e3541348ff98b28" providerId="LiveId" clId="{5FDC7681-B42D-4005-9AA7-E7C5A8058C1A}" dt="2026-01-19T17:15:55.726" v="644" actId="1076"/>
          <ac:spMkLst>
            <pc:docMk/>
            <pc:sldMk cId="1720644286" sldId="261"/>
            <ac:spMk id="6" creationId="{B96BF1AC-00DD-D1FC-2947-96E6B44CA56F}"/>
          </ac:spMkLst>
        </pc:spChg>
        <pc:spChg chg="add mod">
          <ac:chgData name="Samparka Dey" userId="2e3541348ff98b28" providerId="LiveId" clId="{5FDC7681-B42D-4005-9AA7-E7C5A8058C1A}" dt="2026-01-19T17:15:43.975" v="643" actId="20577"/>
          <ac:spMkLst>
            <pc:docMk/>
            <pc:sldMk cId="1720644286" sldId="261"/>
            <ac:spMk id="7" creationId="{96940743-33DB-0EE4-3095-CF0C968E0727}"/>
          </ac:spMkLst>
        </pc:spChg>
        <pc:spChg chg="add mod">
          <ac:chgData name="Samparka Dey" userId="2e3541348ff98b28" providerId="LiveId" clId="{5FDC7681-B42D-4005-9AA7-E7C5A8058C1A}" dt="2026-01-19T17:19:06.092" v="717" actId="20577"/>
          <ac:spMkLst>
            <pc:docMk/>
            <pc:sldMk cId="1720644286" sldId="261"/>
            <ac:spMk id="8" creationId="{1308B134-BCE6-375E-F490-F2F75CE740EA}"/>
          </ac:spMkLst>
        </pc:spChg>
        <pc:spChg chg="add mod">
          <ac:chgData name="Samparka Dey" userId="2e3541348ff98b28" providerId="LiveId" clId="{5FDC7681-B42D-4005-9AA7-E7C5A8058C1A}" dt="2026-01-19T17:18:58.042" v="712" actId="113"/>
          <ac:spMkLst>
            <pc:docMk/>
            <pc:sldMk cId="1720644286" sldId="261"/>
            <ac:spMk id="10" creationId="{F288F759-AAC9-A407-74F6-444CD984A5C4}"/>
          </ac:spMkLst>
        </pc:spChg>
        <pc:graphicFrameChg chg="add mod">
          <ac:chgData name="Samparka Dey" userId="2e3541348ff98b28" providerId="LiveId" clId="{5FDC7681-B42D-4005-9AA7-E7C5A8058C1A}" dt="2026-01-19T17:15:55.726" v="644" actId="1076"/>
          <ac:graphicFrameMkLst>
            <pc:docMk/>
            <pc:sldMk cId="1720644286" sldId="261"/>
            <ac:graphicFrameMk id="4" creationId="{F74E9E0F-4504-CEF7-02D8-3499D9C684C2}"/>
          </ac:graphicFrameMkLst>
        </pc:graphicFrameChg>
        <pc:graphicFrameChg chg="add mod modGraphic">
          <ac:chgData name="Samparka Dey" userId="2e3541348ff98b28" providerId="LiveId" clId="{5FDC7681-B42D-4005-9AA7-E7C5A8058C1A}" dt="2026-01-19T17:18:19.950" v="686" actId="207"/>
          <ac:graphicFrameMkLst>
            <pc:docMk/>
            <pc:sldMk cId="1720644286" sldId="261"/>
            <ac:graphicFrameMk id="9" creationId="{B6111887-49AE-F8D8-78A3-E13DF9AD715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5890-0C6B-68AA-21F1-D3C7612A7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715FA-2AE8-A7D1-74A8-8486159CD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5A9AA-528A-0D70-A282-C1930D5AE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5E598-03F2-96AB-0BEB-6C37E57D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A7DCF-E896-59D3-6CE8-85BE23FB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80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4E97-5DED-63CD-CF08-857F358C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50B83-EB8B-7B42-3EB2-52C8560AF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7D155-8B8E-65B2-813D-1C33A41B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BFBD0-6464-54F7-F9D8-B602A0CA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F7089-0892-359F-CDD6-C6D03D51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D73-AD35-E7DF-D623-6312C184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F54AF-BC68-6A4A-D37B-F341D1A0A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27825-11F2-16B3-75F7-F11C6B4D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6DF42-9398-438C-77B7-FDEFA76D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67F70-B289-7FE5-373B-9AFB03D6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50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1A73-D155-79B4-62A8-EE0926D7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F972D-49B6-598A-48E3-4E227DFEA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7A0D2-9382-3FA5-9722-FE9867697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2A134-31A7-7D33-AC4C-903A02FA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0DF25-E237-F92D-4DE7-600B8349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A4E1B-FF8A-E2F4-3AAE-E77977F2A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9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C348B-69B1-68A2-F51B-A70B420C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263D8-64EC-5959-FAF8-66C995032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7AAC4-4E1A-1A61-D774-934786B19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3D5829-259E-43DB-7CEB-678D494B1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695E9-1BF8-C544-BDA1-FFF0E368C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68E3D9-3A3E-35E5-D09D-1F948153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AD6AD-9AAC-19F4-CD49-278808B8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AE62BB-CBEC-E1DF-5636-D80954D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1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91108-4324-E4D0-4C3D-82524A22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2CBF7-EF8C-169C-FBD8-10AF3302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2573C-37D7-C968-8879-7DE86B09C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1AD69-CB7A-F275-E6A9-26A0121F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9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A2146C-4EA6-5F5E-5E0B-F04818F8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4AF25C-B828-4ED3-05C9-57CA15B6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CBFDA-B65C-3855-7359-A92AD83F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8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DEA0-0A1B-3138-415D-6ED003F14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C30E-D722-A253-913A-A61E67912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9056C-B240-0CDE-B702-0176985C0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E298C-4C65-AD7B-9227-3DB9BB490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91B50-FF68-6B53-C281-419F12A9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170F5-535E-04A5-B2B6-56164935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1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97FD6-0267-E0ED-01C9-EBB9E4A3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20EB09-46C2-56B6-8DC0-A00F127B73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82494-F5B9-6882-C69B-9AAA9F05F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EBB2B-8C91-E9B2-C412-EEB1EA0E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C746E-B530-E104-EFCD-56573ECE7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89153-F89A-677D-3AD9-E8179BF3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4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26FF-E389-7E23-36AB-52ACA6339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7BB3D-D5D9-CB74-657C-9640EF9EA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02A3A-C44E-9191-9329-ECBFCE32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BC445-9701-B606-7020-22E2DE63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A3D56-1A95-1D16-A796-AC36808B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62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A31626-A0B3-77DD-AA0B-C2DACEB95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3AF4D-8D31-9D56-A570-E2832B1F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7C1BA-9E38-0C76-4778-0C32AD25A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A3990-A644-5F3B-5FE9-A26F0D26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46D73-443B-B600-A728-2F3A9C9D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9D000-FA96-694F-7ABB-7F22C787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6883E-4BC1-2EEC-1AF9-1B549C995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D9E6F-6BD2-402C-6092-0D1EB8B46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33C59-42BC-4069-96D8-948D392F5F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A8B63-0F2D-92B7-EBB7-D0D786733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1FB58-016C-2994-CD23-A281826FD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BFD84-6CF1-4436-90E7-69E62C7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0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1E7AD1-EA5A-F485-3E14-A31FFCBD28BE}"/>
              </a:ext>
            </a:extLst>
          </p:cNvPr>
          <p:cNvSpPr txBox="1"/>
          <p:nvPr/>
        </p:nvSpPr>
        <p:spPr>
          <a:xfrm>
            <a:off x="1443566" y="0"/>
            <a:ext cx="9118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EXPERIMENT 1</a:t>
            </a: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59A3B-502F-54D0-61E6-F2245E847114}"/>
              </a:ext>
            </a:extLst>
          </p:cNvPr>
          <p:cNvSpPr txBox="1"/>
          <p:nvPr/>
        </p:nvSpPr>
        <p:spPr>
          <a:xfrm>
            <a:off x="205099" y="1401036"/>
            <a:ext cx="117818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in ascending an array of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bytes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in external memory from location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9000H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onwards. Now perform binary search for a number stored at location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9500H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this sorted array. If the number is present, index (not address) be stored at location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9550H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Otherwise, the location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9550H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contain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569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A676EE-B6DA-FBF2-A9CF-EC8CF84FA53E}"/>
              </a:ext>
            </a:extLst>
          </p:cNvPr>
          <p:cNvSpPr txBox="1"/>
          <p:nvPr/>
        </p:nvSpPr>
        <p:spPr>
          <a:xfrm>
            <a:off x="264542" y="965580"/>
            <a:ext cx="551913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Binary search on work on sorted data array (either ascending or descending).</a:t>
            </a:r>
          </a:p>
          <a:p>
            <a:endParaRPr lang="en-US" sz="1600" dirty="0"/>
          </a:p>
          <a:p>
            <a:r>
              <a:rPr lang="en-US" sz="2800" dirty="0"/>
              <a:t>Logic: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element 1 &lt;= element 2  -&gt; </a:t>
            </a:r>
            <a:r>
              <a:rPr lang="en-US" sz="2400" dirty="0">
                <a:solidFill>
                  <a:srgbClr val="FF0000"/>
                </a:solidFill>
              </a:rPr>
              <a:t>NO SWAP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Otherwise -&gt; </a:t>
            </a:r>
            <a:r>
              <a:rPr lang="en-US" sz="2400" dirty="0">
                <a:solidFill>
                  <a:srgbClr val="FF0000"/>
                </a:solidFill>
              </a:rPr>
              <a:t>SWAP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No. of passes: N-1 (N= number of elements)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Let 4 elements: 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B5D46-F564-40FB-FAE9-1CC716BB3ED2}"/>
              </a:ext>
            </a:extLst>
          </p:cNvPr>
          <p:cNvSpPr txBox="1"/>
          <p:nvPr/>
        </p:nvSpPr>
        <p:spPr>
          <a:xfrm>
            <a:off x="399438" y="-19289"/>
            <a:ext cx="60944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FF0C6F-D3B5-5071-40C3-6D0AA5BC2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977592"/>
              </p:ext>
            </p:extLst>
          </p:nvPr>
        </p:nvGraphicFramePr>
        <p:xfrm>
          <a:off x="264542" y="5707000"/>
          <a:ext cx="4917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495">
                  <a:extLst>
                    <a:ext uri="{9D8B030D-6E8A-4147-A177-3AD203B41FA5}">
                      <a16:colId xmlns:a16="http://schemas.microsoft.com/office/drawing/2014/main" val="3474287640"/>
                    </a:ext>
                  </a:extLst>
                </a:gridCol>
                <a:gridCol w="1229495">
                  <a:extLst>
                    <a:ext uri="{9D8B030D-6E8A-4147-A177-3AD203B41FA5}">
                      <a16:colId xmlns:a16="http://schemas.microsoft.com/office/drawing/2014/main" val="3461605836"/>
                    </a:ext>
                  </a:extLst>
                </a:gridCol>
                <a:gridCol w="1229495">
                  <a:extLst>
                    <a:ext uri="{9D8B030D-6E8A-4147-A177-3AD203B41FA5}">
                      <a16:colId xmlns:a16="http://schemas.microsoft.com/office/drawing/2014/main" val="72983049"/>
                    </a:ext>
                  </a:extLst>
                </a:gridCol>
                <a:gridCol w="1229495">
                  <a:extLst>
                    <a:ext uri="{9D8B030D-6E8A-4147-A177-3AD203B41FA5}">
                      <a16:colId xmlns:a16="http://schemas.microsoft.com/office/drawing/2014/main" val="170050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14385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9DDFC5-7B21-AAD3-43E6-A0FC9AE248C8}"/>
              </a:ext>
            </a:extLst>
          </p:cNvPr>
          <p:cNvSpPr/>
          <p:nvPr/>
        </p:nvSpPr>
        <p:spPr>
          <a:xfrm>
            <a:off x="5919714" y="183494"/>
            <a:ext cx="6094428" cy="29473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4766E5-B6AD-4CA4-FBFA-715725580F98}"/>
              </a:ext>
            </a:extLst>
          </p:cNvPr>
          <p:cNvSpPr/>
          <p:nvPr/>
        </p:nvSpPr>
        <p:spPr>
          <a:xfrm>
            <a:off x="5940781" y="3234041"/>
            <a:ext cx="6094428" cy="1852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6C95F0-C152-F709-5E7C-7E63A1F73046}"/>
              </a:ext>
            </a:extLst>
          </p:cNvPr>
          <p:cNvSpPr txBox="1"/>
          <p:nvPr/>
        </p:nvSpPr>
        <p:spPr>
          <a:xfrm>
            <a:off x="8064310" y="208097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PASS 1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CA3B49B-39C0-D6C4-E53F-02521B6CB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663620"/>
              </p:ext>
            </p:extLst>
          </p:nvPr>
        </p:nvGraphicFramePr>
        <p:xfrm>
          <a:off x="8573749" y="789396"/>
          <a:ext cx="31904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613">
                  <a:extLst>
                    <a:ext uri="{9D8B030D-6E8A-4147-A177-3AD203B41FA5}">
                      <a16:colId xmlns:a16="http://schemas.microsoft.com/office/drawing/2014/main" val="3474287640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3461605836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72983049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170050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1438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5239C77-81DA-2325-ECAE-7C9E19011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908607"/>
              </p:ext>
            </p:extLst>
          </p:nvPr>
        </p:nvGraphicFramePr>
        <p:xfrm>
          <a:off x="8573749" y="1609702"/>
          <a:ext cx="31904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613">
                  <a:extLst>
                    <a:ext uri="{9D8B030D-6E8A-4147-A177-3AD203B41FA5}">
                      <a16:colId xmlns:a16="http://schemas.microsoft.com/office/drawing/2014/main" val="3474287640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3461605836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72983049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170050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1438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0C73600-B081-F1D8-578C-42B04AECA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78757"/>
              </p:ext>
            </p:extLst>
          </p:nvPr>
        </p:nvGraphicFramePr>
        <p:xfrm>
          <a:off x="8573749" y="2414483"/>
          <a:ext cx="31904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613">
                  <a:extLst>
                    <a:ext uri="{9D8B030D-6E8A-4147-A177-3AD203B41FA5}">
                      <a16:colId xmlns:a16="http://schemas.microsoft.com/office/drawing/2014/main" val="3474287640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3461605836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72983049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170050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14385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C8834B-73B2-EC75-326D-AC04D4194038}"/>
              </a:ext>
            </a:extLst>
          </p:cNvPr>
          <p:cNvCxnSpPr>
            <a:cxnSpLocks/>
          </p:cNvCxnSpPr>
          <p:nvPr/>
        </p:nvCxnSpPr>
        <p:spPr>
          <a:xfrm flipV="1">
            <a:off x="8978710" y="1160236"/>
            <a:ext cx="0" cy="282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2BC0E7-3723-D9EA-CD43-44CC1500DD8A}"/>
              </a:ext>
            </a:extLst>
          </p:cNvPr>
          <p:cNvCxnSpPr>
            <a:cxnSpLocks/>
          </p:cNvCxnSpPr>
          <p:nvPr/>
        </p:nvCxnSpPr>
        <p:spPr>
          <a:xfrm flipV="1">
            <a:off x="9772132" y="1980542"/>
            <a:ext cx="0" cy="282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105E09-6828-0B0D-4F72-4F6B9FE70B66}"/>
              </a:ext>
            </a:extLst>
          </p:cNvPr>
          <p:cNvCxnSpPr>
            <a:cxnSpLocks/>
          </p:cNvCxnSpPr>
          <p:nvPr/>
        </p:nvCxnSpPr>
        <p:spPr>
          <a:xfrm flipV="1">
            <a:off x="10574057" y="2785323"/>
            <a:ext cx="0" cy="282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3DDC39-B6B1-4795-93F0-7FBF18F98F6A}"/>
              </a:ext>
            </a:extLst>
          </p:cNvPr>
          <p:cNvSpPr txBox="1"/>
          <p:nvPr/>
        </p:nvSpPr>
        <p:spPr>
          <a:xfrm>
            <a:off x="6394121" y="790904"/>
            <a:ext cx="204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56 &gt; FA ? </a:t>
            </a:r>
            <a:r>
              <a:rPr lang="en-US" b="1" dirty="0"/>
              <a:t>NO SWAP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3F7319-63C5-4B97-914D-5ED89D975CFF}"/>
              </a:ext>
            </a:extLst>
          </p:cNvPr>
          <p:cNvSpPr txBox="1"/>
          <p:nvPr/>
        </p:nvSpPr>
        <p:spPr>
          <a:xfrm>
            <a:off x="6394121" y="1636311"/>
            <a:ext cx="204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 &gt; 11 ? </a:t>
            </a:r>
            <a:r>
              <a:rPr lang="en-US" b="1" dirty="0">
                <a:solidFill>
                  <a:schemeClr val="accent6"/>
                </a:solidFill>
              </a:rPr>
              <a:t>SWAP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BF4351-AD14-42E1-B099-6F25C6852B06}"/>
              </a:ext>
            </a:extLst>
          </p:cNvPr>
          <p:cNvSpPr txBox="1"/>
          <p:nvPr/>
        </p:nvSpPr>
        <p:spPr>
          <a:xfrm>
            <a:off x="6382014" y="2410584"/>
            <a:ext cx="204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 &gt; AB ? </a:t>
            </a:r>
            <a:r>
              <a:rPr lang="en-US" b="1" dirty="0">
                <a:solidFill>
                  <a:schemeClr val="accent6"/>
                </a:solidFill>
              </a:rPr>
              <a:t>SWAP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8C37A2-D11E-4AAF-9CC0-4DEF7CE90461}"/>
              </a:ext>
            </a:extLst>
          </p:cNvPr>
          <p:cNvSpPr txBox="1"/>
          <p:nvPr/>
        </p:nvSpPr>
        <p:spPr>
          <a:xfrm>
            <a:off x="8052528" y="3230890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PASS 2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DF573D9-5874-46D9-97BA-8A12C34BC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321252"/>
              </p:ext>
            </p:extLst>
          </p:nvPr>
        </p:nvGraphicFramePr>
        <p:xfrm>
          <a:off x="8573749" y="3666414"/>
          <a:ext cx="31904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613">
                  <a:extLst>
                    <a:ext uri="{9D8B030D-6E8A-4147-A177-3AD203B41FA5}">
                      <a16:colId xmlns:a16="http://schemas.microsoft.com/office/drawing/2014/main" val="3474287640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3461605836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72983049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170050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14385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E576FEB-E711-4206-8863-6793E31A2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137551"/>
              </p:ext>
            </p:extLst>
          </p:nvPr>
        </p:nvGraphicFramePr>
        <p:xfrm>
          <a:off x="8573749" y="4376350"/>
          <a:ext cx="31904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613">
                  <a:extLst>
                    <a:ext uri="{9D8B030D-6E8A-4147-A177-3AD203B41FA5}">
                      <a16:colId xmlns:a16="http://schemas.microsoft.com/office/drawing/2014/main" val="3474287640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3461605836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72983049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170050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1438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FB8ED0DC-B548-4F8E-97DE-035CF0A6CAD2}"/>
              </a:ext>
            </a:extLst>
          </p:cNvPr>
          <p:cNvSpPr txBox="1"/>
          <p:nvPr/>
        </p:nvSpPr>
        <p:spPr>
          <a:xfrm>
            <a:off x="6403081" y="3722892"/>
            <a:ext cx="204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56 &gt; 11 ? </a:t>
            </a:r>
            <a:r>
              <a:rPr lang="en-US" b="1" dirty="0">
                <a:solidFill>
                  <a:schemeClr val="accent6"/>
                </a:solidFill>
              </a:rPr>
              <a:t>SWAP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31E5FF-9E47-4522-A802-A3C24889BE46}"/>
              </a:ext>
            </a:extLst>
          </p:cNvPr>
          <p:cNvCxnSpPr>
            <a:cxnSpLocks/>
          </p:cNvCxnSpPr>
          <p:nvPr/>
        </p:nvCxnSpPr>
        <p:spPr>
          <a:xfrm flipV="1">
            <a:off x="8974123" y="4037254"/>
            <a:ext cx="0" cy="282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1A1913F-C8FF-46B1-8661-34BA087B44B9}"/>
              </a:ext>
            </a:extLst>
          </p:cNvPr>
          <p:cNvCxnSpPr>
            <a:cxnSpLocks/>
          </p:cNvCxnSpPr>
          <p:nvPr/>
        </p:nvCxnSpPr>
        <p:spPr>
          <a:xfrm flipV="1">
            <a:off x="9772132" y="4747190"/>
            <a:ext cx="0" cy="282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DFADEB5-0EE0-4B68-98C5-51DCA623520D}"/>
              </a:ext>
            </a:extLst>
          </p:cNvPr>
          <p:cNvSpPr txBox="1"/>
          <p:nvPr/>
        </p:nvSpPr>
        <p:spPr>
          <a:xfrm>
            <a:off x="6382014" y="4429111"/>
            <a:ext cx="204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56 &gt; AB ? </a:t>
            </a:r>
            <a:r>
              <a:rPr lang="en-US" b="1" dirty="0"/>
              <a:t>NO SWAP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4ABFCAA-1BD7-4231-A490-0CD1D2E02564}"/>
              </a:ext>
            </a:extLst>
          </p:cNvPr>
          <p:cNvSpPr/>
          <p:nvPr/>
        </p:nvSpPr>
        <p:spPr>
          <a:xfrm>
            <a:off x="5940781" y="5212159"/>
            <a:ext cx="6094428" cy="12994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3205D2-42EA-4AF2-A436-550381799232}"/>
              </a:ext>
            </a:extLst>
          </p:cNvPr>
          <p:cNvSpPr txBox="1"/>
          <p:nvPr/>
        </p:nvSpPr>
        <p:spPr>
          <a:xfrm>
            <a:off x="8073595" y="5269485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PASS 3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4832B5E-BE49-493B-B757-0B84296DC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996649"/>
              </p:ext>
            </p:extLst>
          </p:nvPr>
        </p:nvGraphicFramePr>
        <p:xfrm>
          <a:off x="8573749" y="5788930"/>
          <a:ext cx="31904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613">
                  <a:extLst>
                    <a:ext uri="{9D8B030D-6E8A-4147-A177-3AD203B41FA5}">
                      <a16:colId xmlns:a16="http://schemas.microsoft.com/office/drawing/2014/main" val="3474287640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3461605836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72983049"/>
                    </a:ext>
                  </a:extLst>
                </a:gridCol>
                <a:gridCol w="797613">
                  <a:extLst>
                    <a:ext uri="{9D8B030D-6E8A-4147-A177-3AD203B41FA5}">
                      <a16:colId xmlns:a16="http://schemas.microsoft.com/office/drawing/2014/main" val="170050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14385"/>
                  </a:ext>
                </a:extLst>
              </a:tr>
            </a:tbl>
          </a:graphicData>
        </a:graphic>
      </p:graphicFrame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DED1C3-FFC2-410E-A435-E13B3F281402}"/>
              </a:ext>
            </a:extLst>
          </p:cNvPr>
          <p:cNvCxnSpPr>
            <a:cxnSpLocks/>
          </p:cNvCxnSpPr>
          <p:nvPr/>
        </p:nvCxnSpPr>
        <p:spPr>
          <a:xfrm flipV="1">
            <a:off x="8966928" y="6159770"/>
            <a:ext cx="0" cy="282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98A885A-3A2D-4D05-8560-459F65CF5EA7}"/>
              </a:ext>
            </a:extLst>
          </p:cNvPr>
          <p:cNvSpPr txBox="1"/>
          <p:nvPr/>
        </p:nvSpPr>
        <p:spPr>
          <a:xfrm>
            <a:off x="6394121" y="5869169"/>
            <a:ext cx="204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11 &gt; 56? </a:t>
            </a:r>
            <a:r>
              <a:rPr lang="en-US" b="1" dirty="0"/>
              <a:t>NO SWAP</a:t>
            </a:r>
          </a:p>
        </p:txBody>
      </p:sp>
    </p:spTree>
    <p:extLst>
      <p:ext uri="{BB962C8B-B14F-4D97-AF65-F5344CB8AC3E}">
        <p14:creationId xmlns:p14="http://schemas.microsoft.com/office/powerpoint/2010/main" val="54245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BD16E8-9A9C-405D-B34F-B428728F4CCD}"/>
              </a:ext>
            </a:extLst>
          </p:cNvPr>
          <p:cNvSpPr txBox="1"/>
          <p:nvPr/>
        </p:nvSpPr>
        <p:spPr>
          <a:xfrm>
            <a:off x="3048786" y="-52274"/>
            <a:ext cx="60944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44B50F-FB76-4060-87DD-77580E62D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398804"/>
              </p:ext>
            </p:extLst>
          </p:nvPr>
        </p:nvGraphicFramePr>
        <p:xfrm>
          <a:off x="740096" y="1274586"/>
          <a:ext cx="10537500" cy="853440"/>
        </p:xfrm>
        <a:graphic>
          <a:graphicData uri="http://schemas.openxmlformats.org/drawingml/2006/table">
            <a:tbl>
              <a:tblPr/>
              <a:tblGrid>
                <a:gridCol w="1053750">
                  <a:extLst>
                    <a:ext uri="{9D8B030D-6E8A-4147-A177-3AD203B41FA5}">
                      <a16:colId xmlns:a16="http://schemas.microsoft.com/office/drawing/2014/main" val="4148693930"/>
                    </a:ext>
                  </a:extLst>
                </a:gridCol>
                <a:gridCol w="1053750">
                  <a:extLst>
                    <a:ext uri="{9D8B030D-6E8A-4147-A177-3AD203B41FA5}">
                      <a16:colId xmlns:a16="http://schemas.microsoft.com/office/drawing/2014/main" val="2499840487"/>
                    </a:ext>
                  </a:extLst>
                </a:gridCol>
                <a:gridCol w="1053750">
                  <a:extLst>
                    <a:ext uri="{9D8B030D-6E8A-4147-A177-3AD203B41FA5}">
                      <a16:colId xmlns:a16="http://schemas.microsoft.com/office/drawing/2014/main" val="342658270"/>
                    </a:ext>
                  </a:extLst>
                </a:gridCol>
                <a:gridCol w="1053750">
                  <a:extLst>
                    <a:ext uri="{9D8B030D-6E8A-4147-A177-3AD203B41FA5}">
                      <a16:colId xmlns:a16="http://schemas.microsoft.com/office/drawing/2014/main" val="2074483078"/>
                    </a:ext>
                  </a:extLst>
                </a:gridCol>
                <a:gridCol w="1053750">
                  <a:extLst>
                    <a:ext uri="{9D8B030D-6E8A-4147-A177-3AD203B41FA5}">
                      <a16:colId xmlns:a16="http://schemas.microsoft.com/office/drawing/2014/main" val="640808006"/>
                    </a:ext>
                  </a:extLst>
                </a:gridCol>
                <a:gridCol w="1053750">
                  <a:extLst>
                    <a:ext uri="{9D8B030D-6E8A-4147-A177-3AD203B41FA5}">
                      <a16:colId xmlns:a16="http://schemas.microsoft.com/office/drawing/2014/main" val="2085716506"/>
                    </a:ext>
                  </a:extLst>
                </a:gridCol>
                <a:gridCol w="1053750">
                  <a:extLst>
                    <a:ext uri="{9D8B030D-6E8A-4147-A177-3AD203B41FA5}">
                      <a16:colId xmlns:a16="http://schemas.microsoft.com/office/drawing/2014/main" val="1681153999"/>
                    </a:ext>
                  </a:extLst>
                </a:gridCol>
                <a:gridCol w="1053750">
                  <a:extLst>
                    <a:ext uri="{9D8B030D-6E8A-4147-A177-3AD203B41FA5}">
                      <a16:colId xmlns:a16="http://schemas.microsoft.com/office/drawing/2014/main" val="212349408"/>
                    </a:ext>
                  </a:extLst>
                </a:gridCol>
                <a:gridCol w="1053750">
                  <a:extLst>
                    <a:ext uri="{9D8B030D-6E8A-4147-A177-3AD203B41FA5}">
                      <a16:colId xmlns:a16="http://schemas.microsoft.com/office/drawing/2014/main" val="2812704734"/>
                    </a:ext>
                  </a:extLst>
                </a:gridCol>
                <a:gridCol w="1053750">
                  <a:extLst>
                    <a:ext uri="{9D8B030D-6E8A-4147-A177-3AD203B41FA5}">
                      <a16:colId xmlns:a16="http://schemas.microsoft.com/office/drawing/2014/main" val="3181201857"/>
                    </a:ext>
                  </a:extLst>
                </a:gridCol>
              </a:tblGrid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00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01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02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03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04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05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06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07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08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09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45705"/>
                  </a:ext>
                </a:extLst>
              </a:tr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11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29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56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7A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91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rgbClr val="FFFF00"/>
                          </a:solidFill>
                          <a:effectLst/>
                          <a:latin typeface="Google Sans Text"/>
                        </a:rPr>
                        <a:t>AD</a:t>
                      </a:r>
                      <a:endParaRPr lang="en-IN" sz="1800" dirty="0">
                        <a:solidFill>
                          <a:srgbClr val="FFFF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CD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E0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FC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FF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367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20F8E43-DB29-40BD-8468-EF1BAE866E0C}"/>
              </a:ext>
            </a:extLst>
          </p:cNvPr>
          <p:cNvSpPr txBox="1"/>
          <p:nvPr/>
        </p:nvSpPr>
        <p:spPr>
          <a:xfrm>
            <a:off x="399438" y="699944"/>
            <a:ext cx="1163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 us start with an array of 10 bytes of data and we want to find element </a:t>
            </a:r>
            <a:r>
              <a:rPr lang="en-US" sz="2400" dirty="0">
                <a:solidFill>
                  <a:srgbClr val="FF0000"/>
                </a:solidFill>
              </a:rPr>
              <a:t>AD</a:t>
            </a:r>
            <a:r>
              <a:rPr lang="en-US" sz="2400" dirty="0"/>
              <a:t> in that array.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8CFD5D-1E0B-4115-975D-113968F0714B}"/>
              </a:ext>
            </a:extLst>
          </p:cNvPr>
          <p:cNvSpPr/>
          <p:nvPr/>
        </p:nvSpPr>
        <p:spPr>
          <a:xfrm>
            <a:off x="1228176" y="2528187"/>
            <a:ext cx="3885693" cy="67527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000"/>
              </a:lnSpc>
            </a:pPr>
            <a:r>
              <a:rPr lang="en-US" sz="2400" dirty="0">
                <a:solidFill>
                  <a:schemeClr val="tx1"/>
                </a:solidFill>
              </a:rPr>
              <a:t>1. Set: LOW &lt;- 00; HIGH &lt;- 09.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ED0FC380-D740-4A39-B586-3BF9FE07648E}"/>
              </a:ext>
            </a:extLst>
          </p:cNvPr>
          <p:cNvSpPr/>
          <p:nvPr/>
        </p:nvSpPr>
        <p:spPr>
          <a:xfrm>
            <a:off x="3000692" y="3203986"/>
            <a:ext cx="322729" cy="470647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113918-1063-4F82-BCC2-30E7675DC207}"/>
              </a:ext>
            </a:extLst>
          </p:cNvPr>
          <p:cNvSpPr/>
          <p:nvPr/>
        </p:nvSpPr>
        <p:spPr>
          <a:xfrm>
            <a:off x="1335751" y="3703203"/>
            <a:ext cx="3652610" cy="67527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000"/>
              </a:lnSpc>
            </a:pPr>
            <a:r>
              <a:rPr lang="en-US" sz="2400" dirty="0">
                <a:solidFill>
                  <a:schemeClr val="tx1"/>
                </a:solidFill>
              </a:rPr>
              <a:t>2. MID = (LOW + HIGH)/2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8BCE12-936B-410F-901C-70C64C5AB495}"/>
              </a:ext>
            </a:extLst>
          </p:cNvPr>
          <p:cNvSpPr/>
          <p:nvPr/>
        </p:nvSpPr>
        <p:spPr>
          <a:xfrm>
            <a:off x="1228176" y="4821961"/>
            <a:ext cx="3760185" cy="67527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000"/>
              </a:lnSpc>
            </a:pPr>
            <a:r>
              <a:rPr lang="en-US" sz="2400" dirty="0">
                <a:solidFill>
                  <a:schemeClr val="tx1"/>
                </a:solidFill>
              </a:rPr>
              <a:t>3. Check AD == Array [MID]?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E388AA-53A7-43D2-9F78-5931B4444CB9}"/>
              </a:ext>
            </a:extLst>
          </p:cNvPr>
          <p:cNvSpPr/>
          <p:nvPr/>
        </p:nvSpPr>
        <p:spPr>
          <a:xfrm>
            <a:off x="1335751" y="5940719"/>
            <a:ext cx="3652610" cy="67527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000"/>
              </a:lnSpc>
            </a:pPr>
            <a:r>
              <a:rPr lang="en-US" sz="2400" dirty="0">
                <a:solidFill>
                  <a:schemeClr val="tx1"/>
                </a:solidFill>
              </a:rPr>
              <a:t>FINISH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0E8C9B9-8223-47E7-B7A7-B9E74B78EB16}"/>
              </a:ext>
            </a:extLst>
          </p:cNvPr>
          <p:cNvSpPr/>
          <p:nvPr/>
        </p:nvSpPr>
        <p:spPr>
          <a:xfrm>
            <a:off x="3000692" y="4353889"/>
            <a:ext cx="322729" cy="470647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Left-Up 27">
            <a:extLst>
              <a:ext uri="{FF2B5EF4-FFF2-40B4-BE49-F238E27FC236}">
                <a16:creationId xmlns:a16="http://schemas.microsoft.com/office/drawing/2014/main" id="{62D83375-A27F-4C0E-93CE-D4D8134A1B55}"/>
              </a:ext>
            </a:extLst>
          </p:cNvPr>
          <p:cNvSpPr/>
          <p:nvPr/>
        </p:nvSpPr>
        <p:spPr>
          <a:xfrm rot="8097365">
            <a:off x="5152799" y="4361227"/>
            <a:ext cx="1465296" cy="1478225"/>
          </a:xfrm>
          <a:prstGeom prst="leftUpArrow">
            <a:avLst>
              <a:gd name="adj1" fmla="val 10207"/>
              <a:gd name="adj2" fmla="val 10680"/>
              <a:gd name="adj3" fmla="val 1889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3E3C89-B332-4C6F-918E-B2626D120D45}"/>
              </a:ext>
            </a:extLst>
          </p:cNvPr>
          <p:cNvSpPr/>
          <p:nvPr/>
        </p:nvSpPr>
        <p:spPr>
          <a:xfrm>
            <a:off x="6096000" y="2324637"/>
            <a:ext cx="4802722" cy="200813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ts val="2000"/>
              </a:lnSpc>
            </a:pPr>
            <a:r>
              <a:rPr lang="en-US" sz="2000" dirty="0">
                <a:solidFill>
                  <a:schemeClr val="tx1"/>
                </a:solidFill>
              </a:rPr>
              <a:t>4. If AD &gt; Array [MID]</a:t>
            </a:r>
          </a:p>
          <a:p>
            <a:pPr lvl="1">
              <a:lnSpc>
                <a:spcPts val="2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1428750" lvl="2" indent="-514350">
              <a:lnSpc>
                <a:spcPts val="2400"/>
              </a:lnSpc>
              <a:buFont typeface="+mj-lt"/>
              <a:buAutoNum type="romanUcPeriod"/>
            </a:pPr>
            <a:r>
              <a:rPr lang="en-US" sz="2000" dirty="0">
                <a:solidFill>
                  <a:schemeClr val="tx1"/>
                </a:solidFill>
              </a:rPr>
              <a:t>LOW &lt;- MID+1; HIGH &lt;- HIGH</a:t>
            </a:r>
          </a:p>
          <a:p>
            <a:pPr marL="1428750" lvl="2" indent="-514350">
              <a:lnSpc>
                <a:spcPts val="2400"/>
              </a:lnSpc>
              <a:buFont typeface="+mj-lt"/>
              <a:buAutoNum type="romanUcPeriod"/>
            </a:pPr>
            <a:r>
              <a:rPr lang="en-US" sz="2000" dirty="0">
                <a:solidFill>
                  <a:schemeClr val="tx1"/>
                </a:solidFill>
              </a:rPr>
              <a:t>MID’ = (LOW + HIGH)/2</a:t>
            </a:r>
          </a:p>
          <a:p>
            <a:pPr lvl="4">
              <a:lnSpc>
                <a:spcPts val="2400"/>
              </a:lnSpc>
            </a:pPr>
            <a:r>
              <a:rPr lang="en-US" sz="2000" dirty="0">
                <a:solidFill>
                  <a:schemeClr val="tx1"/>
                </a:solidFill>
              </a:rPr>
              <a:t>   = ((MID + 1) + HIGH) / 2</a:t>
            </a:r>
          </a:p>
          <a:p>
            <a:pPr marL="1428750" lvl="2" indent="-514350">
              <a:lnSpc>
                <a:spcPts val="2400"/>
              </a:lnSpc>
              <a:buFont typeface="+mj-lt"/>
              <a:buAutoNum type="romanUcPeriod"/>
            </a:pPr>
            <a:r>
              <a:rPr lang="en-US" sz="2000" dirty="0">
                <a:solidFill>
                  <a:schemeClr val="tx1"/>
                </a:solidFill>
              </a:rPr>
              <a:t>Repeat 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6C40F7-53CB-4A11-869B-BA218993117A}"/>
              </a:ext>
            </a:extLst>
          </p:cNvPr>
          <p:cNvSpPr/>
          <p:nvPr/>
        </p:nvSpPr>
        <p:spPr>
          <a:xfrm>
            <a:off x="6096000" y="4682126"/>
            <a:ext cx="4802722" cy="19328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ts val="2000"/>
              </a:lnSpc>
            </a:pPr>
            <a:r>
              <a:rPr lang="en-US" sz="2000" dirty="0">
                <a:solidFill>
                  <a:schemeClr val="tx1"/>
                </a:solidFill>
              </a:rPr>
              <a:t>4. If AD &lt; Array [MID]</a:t>
            </a:r>
          </a:p>
          <a:p>
            <a:pPr marL="914400" lvl="1" indent="-457200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28750" lvl="2" indent="-514350">
              <a:lnSpc>
                <a:spcPts val="2500"/>
              </a:lnSpc>
              <a:buFont typeface="+mj-lt"/>
              <a:buAutoNum type="romanUcPeriod"/>
            </a:pPr>
            <a:r>
              <a:rPr lang="en-US" sz="2000" dirty="0">
                <a:solidFill>
                  <a:schemeClr val="tx1"/>
                </a:solidFill>
              </a:rPr>
              <a:t>LOW &lt;- LOW; HIGH </a:t>
            </a:r>
            <a:r>
              <a:rPr lang="en-US" sz="2000">
                <a:solidFill>
                  <a:schemeClr val="tx1"/>
                </a:solidFill>
              </a:rPr>
              <a:t>&lt;- MID-1</a:t>
            </a:r>
            <a:endParaRPr lang="en-US" sz="2000" dirty="0">
              <a:solidFill>
                <a:schemeClr val="tx1"/>
              </a:solidFill>
            </a:endParaRPr>
          </a:p>
          <a:p>
            <a:pPr marL="1428750" lvl="2" indent="-514350">
              <a:lnSpc>
                <a:spcPts val="2500"/>
              </a:lnSpc>
              <a:buFont typeface="+mj-lt"/>
              <a:buAutoNum type="romanUcPeriod"/>
            </a:pPr>
            <a:r>
              <a:rPr lang="en-US" sz="2000" dirty="0">
                <a:solidFill>
                  <a:schemeClr val="tx1"/>
                </a:solidFill>
              </a:rPr>
              <a:t>MID’ = (LOW + HIGH)/2</a:t>
            </a:r>
          </a:p>
          <a:p>
            <a:pPr lvl="4">
              <a:lnSpc>
                <a:spcPts val="2500"/>
              </a:lnSpc>
            </a:pPr>
            <a:r>
              <a:rPr lang="en-US" sz="2000" dirty="0">
                <a:solidFill>
                  <a:schemeClr val="tx1"/>
                </a:solidFill>
              </a:rPr>
              <a:t>   = (LOW + (MID – 1)) / 2</a:t>
            </a:r>
          </a:p>
          <a:p>
            <a:pPr marL="1428750" lvl="2" indent="-514350">
              <a:lnSpc>
                <a:spcPts val="2500"/>
              </a:lnSpc>
              <a:buFont typeface="+mj-lt"/>
              <a:buAutoNum type="romanUcPeriod"/>
            </a:pPr>
            <a:r>
              <a:rPr lang="en-US" sz="2000" dirty="0">
                <a:solidFill>
                  <a:schemeClr val="tx1"/>
                </a:solidFill>
              </a:rPr>
              <a:t>Repeat 3</a:t>
            </a: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A0B72C89-79A5-4453-9E33-058138CE342B}"/>
              </a:ext>
            </a:extLst>
          </p:cNvPr>
          <p:cNvSpPr/>
          <p:nvPr/>
        </p:nvSpPr>
        <p:spPr>
          <a:xfrm>
            <a:off x="3000692" y="5469022"/>
            <a:ext cx="322729" cy="470647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552B17-22FD-4174-A53B-FF6BE4088324}"/>
              </a:ext>
            </a:extLst>
          </p:cNvPr>
          <p:cNvSpPr txBox="1"/>
          <p:nvPr/>
        </p:nvSpPr>
        <p:spPr>
          <a:xfrm>
            <a:off x="3416586" y="5542211"/>
            <a:ext cx="92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7BFC66-C16D-408B-8451-3611BFE7D764}"/>
              </a:ext>
            </a:extLst>
          </p:cNvPr>
          <p:cNvSpPr txBox="1"/>
          <p:nvPr/>
        </p:nvSpPr>
        <p:spPr>
          <a:xfrm>
            <a:off x="5317735" y="4915673"/>
            <a:ext cx="92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95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671770-2973-4847-A55E-EC1673634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78020"/>
              </p:ext>
            </p:extLst>
          </p:nvPr>
        </p:nvGraphicFramePr>
        <p:xfrm>
          <a:off x="1576635" y="1080176"/>
          <a:ext cx="9038730" cy="914400"/>
        </p:xfrm>
        <a:graphic>
          <a:graphicData uri="http://schemas.openxmlformats.org/drawingml/2006/table">
            <a:tbl>
              <a:tblPr/>
              <a:tblGrid>
                <a:gridCol w="903873">
                  <a:extLst>
                    <a:ext uri="{9D8B030D-6E8A-4147-A177-3AD203B41FA5}">
                      <a16:colId xmlns:a16="http://schemas.microsoft.com/office/drawing/2014/main" val="414869393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499840487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4265827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7448307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6408080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857165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1681153999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1234940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812704734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181201857"/>
                    </a:ext>
                  </a:extLst>
                </a:gridCol>
              </a:tblGrid>
              <a:tr h="342922"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00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01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02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03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04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05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06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07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08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09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45705"/>
                  </a:ext>
                </a:extLst>
              </a:tr>
              <a:tr h="342922"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11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29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56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7A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91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rgbClr val="FFFF00"/>
                          </a:solidFill>
                          <a:effectLst/>
                          <a:latin typeface="Google Sans Text"/>
                        </a:rPr>
                        <a:t>AD</a:t>
                      </a:r>
                      <a:endParaRPr lang="en-IN" sz="2000" dirty="0">
                        <a:solidFill>
                          <a:srgbClr val="FFFF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CD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E0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FC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FF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367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42449A-BE6E-46E1-805E-E6172A14C752}"/>
              </a:ext>
            </a:extLst>
          </p:cNvPr>
          <p:cNvSpPr txBox="1"/>
          <p:nvPr/>
        </p:nvSpPr>
        <p:spPr>
          <a:xfrm>
            <a:off x="4986931" y="590240"/>
            <a:ext cx="121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MID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C3AB8-4608-4B3C-B787-6B3CD71A0A0E}"/>
              </a:ext>
            </a:extLst>
          </p:cNvPr>
          <p:cNvSpPr txBox="1"/>
          <p:nvPr/>
        </p:nvSpPr>
        <p:spPr>
          <a:xfrm>
            <a:off x="9400147" y="588296"/>
            <a:ext cx="121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HIGH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BB3304-D778-4FDF-90AC-B75440B27FB2}"/>
              </a:ext>
            </a:extLst>
          </p:cNvPr>
          <p:cNvSpPr txBox="1"/>
          <p:nvPr/>
        </p:nvSpPr>
        <p:spPr>
          <a:xfrm>
            <a:off x="1462728" y="588297"/>
            <a:ext cx="121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LOW</a:t>
            </a:r>
            <a:endParaRPr lang="en-IN" sz="2400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A15DC0-7768-647E-4FF4-3DC755D59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294255"/>
              </p:ext>
            </p:extLst>
          </p:nvPr>
        </p:nvGraphicFramePr>
        <p:xfrm>
          <a:off x="1576635" y="5810560"/>
          <a:ext cx="9038730" cy="914400"/>
        </p:xfrm>
        <a:graphic>
          <a:graphicData uri="http://schemas.openxmlformats.org/drawingml/2006/table">
            <a:tbl>
              <a:tblPr/>
              <a:tblGrid>
                <a:gridCol w="903873">
                  <a:extLst>
                    <a:ext uri="{9D8B030D-6E8A-4147-A177-3AD203B41FA5}">
                      <a16:colId xmlns:a16="http://schemas.microsoft.com/office/drawing/2014/main" val="414869393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499840487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4265827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7448307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6408080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857165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1681153999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1234940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812704734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181201857"/>
                    </a:ext>
                  </a:extLst>
                </a:gridCol>
              </a:tblGrid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00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02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03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04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05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06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07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08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09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45705"/>
                  </a:ext>
                </a:extLst>
              </a:tr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29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56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7A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91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rgbClr val="FFFF00"/>
                          </a:solidFill>
                          <a:effectLst/>
                          <a:latin typeface="Google Sans Text"/>
                        </a:rPr>
                        <a:t>AD</a:t>
                      </a:r>
                      <a:endParaRPr lang="en-IN" sz="2000" dirty="0">
                        <a:solidFill>
                          <a:srgbClr val="FFFF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CD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E0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FC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FF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367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636CDD-BD77-5450-8F14-E63410938B18}"/>
              </a:ext>
            </a:extLst>
          </p:cNvPr>
          <p:cNvSpPr txBox="1"/>
          <p:nvPr/>
        </p:nvSpPr>
        <p:spPr>
          <a:xfrm>
            <a:off x="9462207" y="5369851"/>
            <a:ext cx="132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HIGH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8EAFA-C069-1EA9-D4EA-8F0959B3E20B}"/>
              </a:ext>
            </a:extLst>
          </p:cNvPr>
          <p:cNvSpPr txBox="1"/>
          <p:nvPr/>
        </p:nvSpPr>
        <p:spPr>
          <a:xfrm>
            <a:off x="5893687" y="5392661"/>
            <a:ext cx="132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LOW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016FB4-0F9C-35D4-6D58-22B60E36BC91}"/>
              </a:ext>
            </a:extLst>
          </p:cNvPr>
          <p:cNvSpPr txBox="1"/>
          <p:nvPr/>
        </p:nvSpPr>
        <p:spPr>
          <a:xfrm>
            <a:off x="1527490" y="1676581"/>
            <a:ext cx="747182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1</a:t>
            </a:r>
            <a:r>
              <a:rPr lang="en-US" sz="2400" dirty="0"/>
              <a:t>. Calculate MID: (00+09)/2 = </a:t>
            </a:r>
            <a:r>
              <a:rPr lang="en-US" sz="2400" dirty="0">
                <a:solidFill>
                  <a:srgbClr val="FF0000"/>
                </a:solidFill>
              </a:rPr>
              <a:t>04</a:t>
            </a:r>
          </a:p>
          <a:p>
            <a:r>
              <a:rPr lang="en-US" sz="2400" dirty="0"/>
              <a:t>2. Fetch: Array [04] = </a:t>
            </a:r>
            <a:r>
              <a:rPr lang="en-US" sz="2400" dirty="0">
                <a:solidFill>
                  <a:srgbClr val="FF0000"/>
                </a:solidFill>
              </a:rPr>
              <a:t>91 H</a:t>
            </a:r>
          </a:p>
          <a:p>
            <a:r>
              <a:rPr lang="en-US" sz="2400" dirty="0"/>
              <a:t>3. Compare: SUBB (AD, 91)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i</a:t>
            </a:r>
            <a:r>
              <a:rPr lang="en-US" sz="2400" dirty="0"/>
              <a:t>. Is AD H == 91 H? : </a:t>
            </a:r>
            <a:r>
              <a:rPr lang="en-US" sz="2400" dirty="0">
                <a:solidFill>
                  <a:srgbClr val="FF0000"/>
                </a:solidFill>
              </a:rPr>
              <a:t>NO (No Zero)</a:t>
            </a:r>
          </a:p>
          <a:p>
            <a:r>
              <a:rPr lang="en-US" sz="2400" dirty="0"/>
              <a:t>	ii. Is AD H &gt; 91 H? </a:t>
            </a:r>
            <a:r>
              <a:rPr lang="en-US" sz="2400" dirty="0">
                <a:solidFill>
                  <a:srgbClr val="FF0000"/>
                </a:solidFill>
              </a:rPr>
              <a:t>YES (No Carry)</a:t>
            </a:r>
          </a:p>
          <a:p>
            <a:r>
              <a:rPr lang="en-US" sz="2400" dirty="0"/>
              <a:t>4. Decision: 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i</a:t>
            </a:r>
            <a:r>
              <a:rPr lang="en-US" sz="2400" dirty="0"/>
              <a:t>. As AD H &gt; 91 H: </a:t>
            </a:r>
            <a:r>
              <a:rPr lang="en-US" sz="2400" dirty="0">
                <a:solidFill>
                  <a:srgbClr val="FF0000"/>
                </a:solidFill>
              </a:rPr>
              <a:t>Discard &lt; 91 H</a:t>
            </a:r>
          </a:p>
          <a:p>
            <a:r>
              <a:rPr lang="en-US" sz="2400" dirty="0"/>
              <a:t>	ii. New LOW = MID + 1 = </a:t>
            </a:r>
            <a:r>
              <a:rPr lang="en-US" sz="2400" b="1" dirty="0">
                <a:solidFill>
                  <a:srgbClr val="00B050"/>
                </a:solidFill>
              </a:rPr>
              <a:t>5</a:t>
            </a:r>
          </a:p>
          <a:p>
            <a:r>
              <a:rPr lang="en-US" sz="2400" dirty="0"/>
              <a:t>	iii. New HIGH = </a:t>
            </a:r>
            <a:r>
              <a:rPr lang="en-US" sz="2400" b="1" dirty="0">
                <a:solidFill>
                  <a:srgbClr val="00B050"/>
                </a:solidFill>
              </a:rPr>
              <a:t>09</a:t>
            </a:r>
            <a:r>
              <a:rPr lang="en-US" sz="2400" dirty="0"/>
              <a:t> (unchanged)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687571-D604-5D75-2EF0-55E00A60AC88}"/>
              </a:ext>
            </a:extLst>
          </p:cNvPr>
          <p:cNvSpPr txBox="1"/>
          <p:nvPr/>
        </p:nvSpPr>
        <p:spPr>
          <a:xfrm>
            <a:off x="2547326" y="-24622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Iteration 1</a:t>
            </a:r>
          </a:p>
        </p:txBody>
      </p:sp>
    </p:spTree>
    <p:extLst>
      <p:ext uri="{BB962C8B-B14F-4D97-AF65-F5344CB8AC3E}">
        <p14:creationId xmlns:p14="http://schemas.microsoft.com/office/powerpoint/2010/main" val="261085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78B181-B714-1EF2-AB08-C2BE50229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356042"/>
              </p:ext>
            </p:extLst>
          </p:nvPr>
        </p:nvGraphicFramePr>
        <p:xfrm>
          <a:off x="1625780" y="1078305"/>
          <a:ext cx="9038730" cy="914400"/>
        </p:xfrm>
        <a:graphic>
          <a:graphicData uri="http://schemas.openxmlformats.org/drawingml/2006/table">
            <a:tbl>
              <a:tblPr/>
              <a:tblGrid>
                <a:gridCol w="903873">
                  <a:extLst>
                    <a:ext uri="{9D8B030D-6E8A-4147-A177-3AD203B41FA5}">
                      <a16:colId xmlns:a16="http://schemas.microsoft.com/office/drawing/2014/main" val="414869393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499840487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4265827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7448307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6408080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857165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1681153999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1234940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812704734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181201857"/>
                    </a:ext>
                  </a:extLst>
                </a:gridCol>
              </a:tblGrid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00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02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03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04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05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06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07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08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09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45705"/>
                  </a:ext>
                </a:extLst>
              </a:tr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29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56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7A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91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rgbClr val="FFFF00"/>
                          </a:solidFill>
                          <a:effectLst/>
                          <a:latin typeface="Google Sans Text"/>
                        </a:rPr>
                        <a:t>AD</a:t>
                      </a:r>
                      <a:endParaRPr lang="en-IN" sz="2000" dirty="0">
                        <a:solidFill>
                          <a:srgbClr val="FFFF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CD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E0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FC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FF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367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0A6700-4A2A-7E41-20A6-3B430CDEFEC2}"/>
              </a:ext>
            </a:extLst>
          </p:cNvPr>
          <p:cNvSpPr txBox="1"/>
          <p:nvPr/>
        </p:nvSpPr>
        <p:spPr>
          <a:xfrm>
            <a:off x="7727092" y="658552"/>
            <a:ext cx="132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MID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AF2C3D-C8A8-422E-9107-1D7EA6EBE306}"/>
              </a:ext>
            </a:extLst>
          </p:cNvPr>
          <p:cNvSpPr txBox="1"/>
          <p:nvPr/>
        </p:nvSpPr>
        <p:spPr>
          <a:xfrm>
            <a:off x="9511352" y="637596"/>
            <a:ext cx="132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HIGH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1CEB2-ED2D-5241-64A3-DB84ACBBC13E}"/>
              </a:ext>
            </a:extLst>
          </p:cNvPr>
          <p:cNvSpPr txBox="1"/>
          <p:nvPr/>
        </p:nvSpPr>
        <p:spPr>
          <a:xfrm>
            <a:off x="5942832" y="660406"/>
            <a:ext cx="132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LOW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6C63AF-30F3-29AF-710C-D0BF7DF282E4}"/>
              </a:ext>
            </a:extLst>
          </p:cNvPr>
          <p:cNvSpPr txBox="1"/>
          <p:nvPr/>
        </p:nvSpPr>
        <p:spPr>
          <a:xfrm>
            <a:off x="1527490" y="1676581"/>
            <a:ext cx="747182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1</a:t>
            </a:r>
            <a:r>
              <a:rPr lang="en-US" sz="2400" dirty="0"/>
              <a:t>. Calculate MID: (05+09)/2 = </a:t>
            </a:r>
            <a:r>
              <a:rPr lang="en-US" sz="2400" b="1" dirty="0">
                <a:solidFill>
                  <a:srgbClr val="00B050"/>
                </a:solidFill>
              </a:rPr>
              <a:t>07</a:t>
            </a:r>
          </a:p>
          <a:p>
            <a:r>
              <a:rPr lang="en-US" sz="2400" dirty="0"/>
              <a:t>2. Fetch: Array [</a:t>
            </a:r>
            <a:r>
              <a:rPr lang="en-US" sz="2400" dirty="0">
                <a:solidFill>
                  <a:srgbClr val="FF0000"/>
                </a:solidFill>
              </a:rPr>
              <a:t>MID</a:t>
            </a:r>
            <a:r>
              <a:rPr lang="en-US" sz="2400" dirty="0"/>
              <a:t>] = Array [</a:t>
            </a:r>
            <a:r>
              <a:rPr lang="en-US" sz="2400" dirty="0">
                <a:solidFill>
                  <a:srgbClr val="FF0000"/>
                </a:solidFill>
              </a:rPr>
              <a:t>07</a:t>
            </a:r>
            <a:r>
              <a:rPr lang="en-US" sz="2400" dirty="0"/>
              <a:t>] = </a:t>
            </a:r>
            <a:r>
              <a:rPr lang="en-US" sz="2400" b="1" dirty="0">
                <a:solidFill>
                  <a:srgbClr val="00B050"/>
                </a:solidFill>
              </a:rPr>
              <a:t>E0 H</a:t>
            </a:r>
          </a:p>
          <a:p>
            <a:r>
              <a:rPr lang="en-US" sz="2400" dirty="0"/>
              <a:t>3. Compare: SUBB (AD, E0)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i</a:t>
            </a:r>
            <a:r>
              <a:rPr lang="en-US" sz="2400" dirty="0"/>
              <a:t>. Is AD H == E0 H? : </a:t>
            </a:r>
            <a:r>
              <a:rPr lang="en-US" sz="2400" dirty="0">
                <a:solidFill>
                  <a:srgbClr val="FF0000"/>
                </a:solidFill>
              </a:rPr>
              <a:t>NO (No Zero)</a:t>
            </a:r>
          </a:p>
          <a:p>
            <a:r>
              <a:rPr lang="en-US" sz="2400" dirty="0"/>
              <a:t>	ii. Is AD H &gt; E0 H? </a:t>
            </a:r>
            <a:r>
              <a:rPr lang="en-US" sz="2400" dirty="0">
                <a:solidFill>
                  <a:srgbClr val="FF0000"/>
                </a:solidFill>
              </a:rPr>
              <a:t>NO (Carry)</a:t>
            </a:r>
          </a:p>
          <a:p>
            <a:r>
              <a:rPr lang="en-US" sz="2400" dirty="0"/>
              <a:t>4. Decision: 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i</a:t>
            </a:r>
            <a:r>
              <a:rPr lang="en-US" sz="2400" dirty="0"/>
              <a:t>. As AD H &lt; E0 H: </a:t>
            </a:r>
            <a:r>
              <a:rPr lang="en-US" sz="2400" dirty="0">
                <a:solidFill>
                  <a:srgbClr val="FF0000"/>
                </a:solidFill>
              </a:rPr>
              <a:t>Discard (&gt; E0 H)</a:t>
            </a:r>
          </a:p>
          <a:p>
            <a:r>
              <a:rPr lang="en-US" sz="2400" dirty="0"/>
              <a:t>	ii. New LOW  = </a:t>
            </a:r>
            <a:r>
              <a:rPr lang="en-US" sz="2400" b="1" dirty="0">
                <a:solidFill>
                  <a:srgbClr val="00B050"/>
                </a:solidFill>
              </a:rPr>
              <a:t>5 </a:t>
            </a:r>
            <a:r>
              <a:rPr lang="en-US" sz="2400" dirty="0"/>
              <a:t>(unchanged)</a:t>
            </a:r>
            <a:endParaRPr lang="en-US" sz="2400" b="1" dirty="0">
              <a:solidFill>
                <a:srgbClr val="00B050"/>
              </a:solidFill>
            </a:endParaRPr>
          </a:p>
          <a:p>
            <a:r>
              <a:rPr lang="en-US" sz="2400" dirty="0"/>
              <a:t>	iii. New HIGH = MID – 1 = </a:t>
            </a:r>
            <a:r>
              <a:rPr lang="en-US" sz="2400" dirty="0">
                <a:solidFill>
                  <a:srgbClr val="00B050"/>
                </a:solidFill>
              </a:rPr>
              <a:t>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6E3AF-E0C6-1872-EA30-925BA5965DC0}"/>
              </a:ext>
            </a:extLst>
          </p:cNvPr>
          <p:cNvSpPr txBox="1"/>
          <p:nvPr/>
        </p:nvSpPr>
        <p:spPr>
          <a:xfrm>
            <a:off x="2547326" y="-24622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Iteration 2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3044F7D-6BCA-1CC9-78C6-194841596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315502"/>
              </p:ext>
            </p:extLst>
          </p:nvPr>
        </p:nvGraphicFramePr>
        <p:xfrm>
          <a:off x="1625780" y="5622128"/>
          <a:ext cx="9038730" cy="914400"/>
        </p:xfrm>
        <a:graphic>
          <a:graphicData uri="http://schemas.openxmlformats.org/drawingml/2006/table">
            <a:tbl>
              <a:tblPr/>
              <a:tblGrid>
                <a:gridCol w="903873">
                  <a:extLst>
                    <a:ext uri="{9D8B030D-6E8A-4147-A177-3AD203B41FA5}">
                      <a16:colId xmlns:a16="http://schemas.microsoft.com/office/drawing/2014/main" val="414869393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499840487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4265827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7448307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6408080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857165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1681153999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1234940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812704734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181201857"/>
                    </a:ext>
                  </a:extLst>
                </a:gridCol>
              </a:tblGrid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00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02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03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04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05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06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07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08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09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45705"/>
                  </a:ext>
                </a:extLst>
              </a:tr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29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56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7A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91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rgbClr val="FFFF00"/>
                          </a:solidFill>
                          <a:effectLst/>
                          <a:latin typeface="Google Sans Text"/>
                        </a:rPr>
                        <a:t>AD</a:t>
                      </a:r>
                      <a:endParaRPr lang="en-IN" sz="2000" dirty="0">
                        <a:solidFill>
                          <a:srgbClr val="FFFF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CD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E0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FC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FF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3677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DCFF280-8F84-9344-063D-9DA3A04E0209}"/>
              </a:ext>
            </a:extLst>
          </p:cNvPr>
          <p:cNvSpPr txBox="1"/>
          <p:nvPr/>
        </p:nvSpPr>
        <p:spPr>
          <a:xfrm>
            <a:off x="6810389" y="5214289"/>
            <a:ext cx="132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HIGH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FB2815-56BD-4DD4-1676-58F87C7C36EF}"/>
              </a:ext>
            </a:extLst>
          </p:cNvPr>
          <p:cNvSpPr txBox="1"/>
          <p:nvPr/>
        </p:nvSpPr>
        <p:spPr>
          <a:xfrm>
            <a:off x="5942832" y="5204229"/>
            <a:ext cx="132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LOW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037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4E9E0F-4504-CEF7-02D8-3499D9C68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825625"/>
              </p:ext>
            </p:extLst>
          </p:nvPr>
        </p:nvGraphicFramePr>
        <p:xfrm>
          <a:off x="1465524" y="1039608"/>
          <a:ext cx="9038730" cy="914400"/>
        </p:xfrm>
        <a:graphic>
          <a:graphicData uri="http://schemas.openxmlformats.org/drawingml/2006/table">
            <a:tbl>
              <a:tblPr/>
              <a:tblGrid>
                <a:gridCol w="903873">
                  <a:extLst>
                    <a:ext uri="{9D8B030D-6E8A-4147-A177-3AD203B41FA5}">
                      <a16:colId xmlns:a16="http://schemas.microsoft.com/office/drawing/2014/main" val="414869393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499840487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4265827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7448307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6408080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857165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1681153999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1234940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812704734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181201857"/>
                    </a:ext>
                  </a:extLst>
                </a:gridCol>
              </a:tblGrid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00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02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03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04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05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06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07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08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09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45705"/>
                  </a:ext>
                </a:extLst>
              </a:tr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29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56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7A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91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rgbClr val="FFFF00"/>
                          </a:solidFill>
                          <a:effectLst/>
                          <a:latin typeface="Google Sans Text"/>
                        </a:rPr>
                        <a:t>AD</a:t>
                      </a:r>
                      <a:endParaRPr lang="en-IN" sz="2000" dirty="0">
                        <a:solidFill>
                          <a:srgbClr val="FFFF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CD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E0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FC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FF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367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42D745-FE05-35B4-6B05-E4292F0ABF38}"/>
              </a:ext>
            </a:extLst>
          </p:cNvPr>
          <p:cNvSpPr txBox="1"/>
          <p:nvPr/>
        </p:nvSpPr>
        <p:spPr>
          <a:xfrm>
            <a:off x="6650133" y="631769"/>
            <a:ext cx="132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HIGH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6BF1AC-00DD-D1FC-2947-96E6B44CA56F}"/>
              </a:ext>
            </a:extLst>
          </p:cNvPr>
          <p:cNvSpPr txBox="1"/>
          <p:nvPr/>
        </p:nvSpPr>
        <p:spPr>
          <a:xfrm>
            <a:off x="5782576" y="621709"/>
            <a:ext cx="132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LOW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40743-33DB-0EE4-3095-CF0C968E0727}"/>
              </a:ext>
            </a:extLst>
          </p:cNvPr>
          <p:cNvSpPr txBox="1"/>
          <p:nvPr/>
        </p:nvSpPr>
        <p:spPr>
          <a:xfrm>
            <a:off x="2547326" y="-24622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Iteration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8B134-BCE6-375E-F490-F2F75CE740EA}"/>
              </a:ext>
            </a:extLst>
          </p:cNvPr>
          <p:cNvSpPr txBox="1"/>
          <p:nvPr/>
        </p:nvSpPr>
        <p:spPr>
          <a:xfrm>
            <a:off x="1465524" y="1729705"/>
            <a:ext cx="747182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1</a:t>
            </a:r>
            <a:r>
              <a:rPr lang="en-US" sz="2400" dirty="0"/>
              <a:t>. Calculate MID: (05+06)/2 = </a:t>
            </a:r>
            <a:r>
              <a:rPr lang="en-US" sz="2400" b="1" dirty="0">
                <a:solidFill>
                  <a:srgbClr val="00B050"/>
                </a:solidFill>
              </a:rPr>
              <a:t>05</a:t>
            </a:r>
          </a:p>
          <a:p>
            <a:r>
              <a:rPr lang="en-US" sz="2400" dirty="0"/>
              <a:t>2. Fetch: Array [</a:t>
            </a:r>
            <a:r>
              <a:rPr lang="en-US" sz="2400" dirty="0">
                <a:solidFill>
                  <a:srgbClr val="FF0000"/>
                </a:solidFill>
              </a:rPr>
              <a:t>MID</a:t>
            </a:r>
            <a:r>
              <a:rPr lang="en-US" sz="2400" dirty="0"/>
              <a:t>] = Array [</a:t>
            </a:r>
            <a:r>
              <a:rPr lang="en-US" sz="2400" dirty="0">
                <a:solidFill>
                  <a:srgbClr val="FF0000"/>
                </a:solidFill>
              </a:rPr>
              <a:t>05</a:t>
            </a:r>
            <a:r>
              <a:rPr lang="en-US" sz="2400" dirty="0"/>
              <a:t>] = </a:t>
            </a:r>
            <a:r>
              <a:rPr lang="en-US" sz="2400" b="1" dirty="0">
                <a:solidFill>
                  <a:srgbClr val="00B050"/>
                </a:solidFill>
              </a:rPr>
              <a:t>AD H</a:t>
            </a:r>
          </a:p>
          <a:p>
            <a:r>
              <a:rPr lang="en-US" sz="2400" dirty="0"/>
              <a:t>3. Compare: SUBB (AD, AD)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i</a:t>
            </a:r>
            <a:r>
              <a:rPr lang="en-US" sz="2400" dirty="0"/>
              <a:t>. Is AD H == E0 H? : </a:t>
            </a:r>
            <a:r>
              <a:rPr lang="en-US" sz="2400" b="1" dirty="0">
                <a:solidFill>
                  <a:srgbClr val="00B050"/>
                </a:solidFill>
              </a:rPr>
              <a:t>YES (Zero Flag)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6111887-49AE-F8D8-78A3-E13DF9AD7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800530"/>
              </p:ext>
            </p:extLst>
          </p:nvPr>
        </p:nvGraphicFramePr>
        <p:xfrm>
          <a:off x="1465524" y="4446793"/>
          <a:ext cx="9038730" cy="914400"/>
        </p:xfrm>
        <a:graphic>
          <a:graphicData uri="http://schemas.openxmlformats.org/drawingml/2006/table">
            <a:tbl>
              <a:tblPr/>
              <a:tblGrid>
                <a:gridCol w="903873">
                  <a:extLst>
                    <a:ext uri="{9D8B030D-6E8A-4147-A177-3AD203B41FA5}">
                      <a16:colId xmlns:a16="http://schemas.microsoft.com/office/drawing/2014/main" val="414869393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499840487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42658270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7448307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6408080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085716506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1681153999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12349408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2812704734"/>
                    </a:ext>
                  </a:extLst>
                </a:gridCol>
                <a:gridCol w="903873">
                  <a:extLst>
                    <a:ext uri="{9D8B030D-6E8A-4147-A177-3AD203B41FA5}">
                      <a16:colId xmlns:a16="http://schemas.microsoft.com/office/drawing/2014/main" val="3181201857"/>
                    </a:ext>
                  </a:extLst>
                </a:gridCol>
              </a:tblGrid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00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02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03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04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05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06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07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08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09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45705"/>
                  </a:ext>
                </a:extLst>
              </a:tr>
              <a:tr h="34292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29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56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7A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91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rgbClr val="FFFF00"/>
                          </a:solidFill>
                          <a:effectLst/>
                          <a:latin typeface="Google Sans Text"/>
                        </a:rPr>
                        <a:t>AD</a:t>
                      </a:r>
                      <a:endParaRPr lang="en-IN" sz="2000" dirty="0">
                        <a:solidFill>
                          <a:srgbClr val="FFFF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CD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E0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FC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FF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367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288F759-AAC9-A407-74F6-444CD984A5C4}"/>
              </a:ext>
            </a:extLst>
          </p:cNvPr>
          <p:cNvSpPr txBox="1"/>
          <p:nvPr/>
        </p:nvSpPr>
        <p:spPr>
          <a:xfrm>
            <a:off x="5782575" y="3615796"/>
            <a:ext cx="13213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Element 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Found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644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739</Words>
  <Application>Microsoft Office PowerPoint</Application>
  <PresentationFormat>Widescreen</PresentationFormat>
  <Paragraphs>252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Samparka Dey</dc:creator>
  <cp:lastModifiedBy>Samparka Dey</cp:lastModifiedBy>
  <cp:revision>14</cp:revision>
  <dcterms:created xsi:type="dcterms:W3CDTF">2026-01-18T18:12:38Z</dcterms:created>
  <dcterms:modified xsi:type="dcterms:W3CDTF">2026-01-20T06:19:38Z</dcterms:modified>
</cp:coreProperties>
</file>