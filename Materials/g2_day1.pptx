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091" autoAdjust="0"/>
    <p:restoredTop sz="94660"/>
  </p:normalViewPr>
  <p:slideViewPr>
    <p:cSldViewPr snapToGrid="0">
      <p:cViewPr varScale="1">
        <p:scale>
          <a:sx n="44" d="100"/>
          <a:sy n="44" d="100"/>
        </p:scale>
        <p:origin x="83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2e3541348ff98b28" providerId="LiveId" clId="{277FB296-D61B-416B-AF92-AFC12AFD1C93}"/>
    <pc:docChg chg="undo custSel addSld modSld sldOrd">
      <pc:chgData name="" userId="2e3541348ff98b28" providerId="LiveId" clId="{277FB296-D61B-416B-AF92-AFC12AFD1C93}" dt="2026-01-16T06:33:27.972" v="887" actId="20577"/>
      <pc:docMkLst>
        <pc:docMk/>
      </pc:docMkLst>
      <pc:sldChg chg="addSp delSp modSp">
        <pc:chgData name="" userId="2e3541348ff98b28" providerId="LiveId" clId="{277FB296-D61B-416B-AF92-AFC12AFD1C93}" dt="2026-01-16T06:26:02.593" v="689" actId="20577"/>
        <pc:sldMkLst>
          <pc:docMk/>
          <pc:sldMk cId="107231861" sldId="256"/>
        </pc:sldMkLst>
        <pc:spChg chg="mod">
          <ac:chgData name="" userId="2e3541348ff98b28" providerId="LiveId" clId="{277FB296-D61B-416B-AF92-AFC12AFD1C93}" dt="2026-01-15T11:30:51.036" v="214" actId="20577"/>
          <ac:spMkLst>
            <pc:docMk/>
            <pc:sldMk cId="107231861" sldId="256"/>
            <ac:spMk id="4" creationId="{D5D75AA1-5002-402B-B9E4-D74BB0326EDD}"/>
          </ac:spMkLst>
        </pc:spChg>
        <pc:spChg chg="mod">
          <ac:chgData name="" userId="2e3541348ff98b28" providerId="LiveId" clId="{277FB296-D61B-416B-AF92-AFC12AFD1C93}" dt="2026-01-16T05:49:34.563" v="539" actId="1076"/>
          <ac:spMkLst>
            <pc:docMk/>
            <pc:sldMk cId="107231861" sldId="256"/>
            <ac:spMk id="5" creationId="{E2FF154B-77A9-4BD4-AA6A-EB1D6125D760}"/>
          </ac:spMkLst>
        </pc:spChg>
        <pc:spChg chg="add mod">
          <ac:chgData name="" userId="2e3541348ff98b28" providerId="LiveId" clId="{277FB296-D61B-416B-AF92-AFC12AFD1C93}" dt="2026-01-16T05:55:52.531" v="600" actId="1076"/>
          <ac:spMkLst>
            <pc:docMk/>
            <pc:sldMk cId="107231861" sldId="256"/>
            <ac:spMk id="6" creationId="{B8E6B4B4-5B5C-48B5-A930-918CC45EF07A}"/>
          </ac:spMkLst>
        </pc:spChg>
        <pc:spChg chg="mod">
          <ac:chgData name="" userId="2e3541348ff98b28" providerId="LiveId" clId="{277FB296-D61B-416B-AF92-AFC12AFD1C93}" dt="2026-01-16T05:49:37.402" v="540" actId="1076"/>
          <ac:spMkLst>
            <pc:docMk/>
            <pc:sldMk cId="107231861" sldId="256"/>
            <ac:spMk id="8" creationId="{D7146CBB-A753-4120-9CC0-D07811AE2CF1}"/>
          </ac:spMkLst>
        </pc:spChg>
        <pc:spChg chg="mod">
          <ac:chgData name="" userId="2e3541348ff98b28" providerId="LiveId" clId="{277FB296-D61B-416B-AF92-AFC12AFD1C93}" dt="2026-01-16T06:26:02.593" v="689" actId="20577"/>
          <ac:spMkLst>
            <pc:docMk/>
            <pc:sldMk cId="107231861" sldId="256"/>
            <ac:spMk id="9" creationId="{C7067071-4764-4C2D-8AD2-BEAB0CBC50C6}"/>
          </ac:spMkLst>
        </pc:spChg>
        <pc:spChg chg="mod">
          <ac:chgData name="" userId="2e3541348ff98b28" providerId="LiveId" clId="{277FB296-D61B-416B-AF92-AFC12AFD1C93}" dt="2026-01-16T06:01:35.155" v="622" actId="1076"/>
          <ac:spMkLst>
            <pc:docMk/>
            <pc:sldMk cId="107231861" sldId="256"/>
            <ac:spMk id="10" creationId="{B393A679-B10E-46EC-929A-7644C60D0D08}"/>
          </ac:spMkLst>
        </pc:spChg>
        <pc:spChg chg="mod">
          <ac:chgData name="" userId="2e3541348ff98b28" providerId="LiveId" clId="{277FB296-D61B-416B-AF92-AFC12AFD1C93}" dt="2026-01-16T05:47:04.227" v="512" actId="1076"/>
          <ac:spMkLst>
            <pc:docMk/>
            <pc:sldMk cId="107231861" sldId="256"/>
            <ac:spMk id="21" creationId="{3B15ED50-942C-4744-BBF4-9869CA52550D}"/>
          </ac:spMkLst>
        </pc:spChg>
        <pc:spChg chg="mod">
          <ac:chgData name="" userId="2e3541348ff98b28" providerId="LiveId" clId="{277FB296-D61B-416B-AF92-AFC12AFD1C93}" dt="2026-01-16T05:47:04.227" v="512" actId="1076"/>
          <ac:spMkLst>
            <pc:docMk/>
            <pc:sldMk cId="107231861" sldId="256"/>
            <ac:spMk id="22" creationId="{DEE3A46C-F76B-4F96-A8C4-E5C1AC3A1722}"/>
          </ac:spMkLst>
        </pc:spChg>
        <pc:spChg chg="mod">
          <ac:chgData name="" userId="2e3541348ff98b28" providerId="LiveId" clId="{277FB296-D61B-416B-AF92-AFC12AFD1C93}" dt="2026-01-16T05:47:04.227" v="512" actId="1076"/>
          <ac:spMkLst>
            <pc:docMk/>
            <pc:sldMk cId="107231861" sldId="256"/>
            <ac:spMk id="23" creationId="{D240DA90-585F-4934-951A-E1F47B9DFD84}"/>
          </ac:spMkLst>
        </pc:spChg>
        <pc:spChg chg="mod">
          <ac:chgData name="" userId="2e3541348ff98b28" providerId="LiveId" clId="{277FB296-D61B-416B-AF92-AFC12AFD1C93}" dt="2026-01-16T05:47:04.227" v="512" actId="1076"/>
          <ac:spMkLst>
            <pc:docMk/>
            <pc:sldMk cId="107231861" sldId="256"/>
            <ac:spMk id="24" creationId="{44B1D1DA-B9E7-4573-91B9-AB65DFA6DFCD}"/>
          </ac:spMkLst>
        </pc:spChg>
        <pc:spChg chg="mod">
          <ac:chgData name="" userId="2e3541348ff98b28" providerId="LiveId" clId="{277FB296-D61B-416B-AF92-AFC12AFD1C93}" dt="2026-01-16T05:47:04.227" v="512" actId="1076"/>
          <ac:spMkLst>
            <pc:docMk/>
            <pc:sldMk cId="107231861" sldId="256"/>
            <ac:spMk id="25" creationId="{605C779D-E171-415C-90C5-52BCE183DDC9}"/>
          </ac:spMkLst>
        </pc:spChg>
        <pc:spChg chg="mod">
          <ac:chgData name="" userId="2e3541348ff98b28" providerId="LiveId" clId="{277FB296-D61B-416B-AF92-AFC12AFD1C93}" dt="2026-01-16T05:47:04.227" v="512" actId="1076"/>
          <ac:spMkLst>
            <pc:docMk/>
            <pc:sldMk cId="107231861" sldId="256"/>
            <ac:spMk id="26" creationId="{CFFC7272-449A-464D-97B6-64BF5AD4149B}"/>
          </ac:spMkLst>
        </pc:spChg>
        <pc:spChg chg="mod">
          <ac:chgData name="" userId="2e3541348ff98b28" providerId="LiveId" clId="{277FB296-D61B-416B-AF92-AFC12AFD1C93}" dt="2026-01-16T05:47:04.227" v="512" actId="1076"/>
          <ac:spMkLst>
            <pc:docMk/>
            <pc:sldMk cId="107231861" sldId="256"/>
            <ac:spMk id="27" creationId="{BEAE6BBA-A5B3-497E-94F0-EFF1714475BE}"/>
          </ac:spMkLst>
        </pc:spChg>
        <pc:spChg chg="mod">
          <ac:chgData name="" userId="2e3541348ff98b28" providerId="LiveId" clId="{277FB296-D61B-416B-AF92-AFC12AFD1C93}" dt="2026-01-16T05:47:04.227" v="512" actId="1076"/>
          <ac:spMkLst>
            <pc:docMk/>
            <pc:sldMk cId="107231861" sldId="256"/>
            <ac:spMk id="28" creationId="{55E94B49-7317-4077-9D0E-F115BDA52C16}"/>
          </ac:spMkLst>
        </pc:spChg>
        <pc:spChg chg="mod">
          <ac:chgData name="" userId="2e3541348ff98b28" providerId="LiveId" clId="{277FB296-D61B-416B-AF92-AFC12AFD1C93}" dt="2026-01-16T05:47:04.227" v="512" actId="1076"/>
          <ac:spMkLst>
            <pc:docMk/>
            <pc:sldMk cId="107231861" sldId="256"/>
            <ac:spMk id="29" creationId="{5D513241-AC33-484F-8BD9-52E67F32C55C}"/>
          </ac:spMkLst>
        </pc:spChg>
        <pc:spChg chg="add mod">
          <ac:chgData name="" userId="2e3541348ff98b28" providerId="LiveId" clId="{277FB296-D61B-416B-AF92-AFC12AFD1C93}" dt="2026-01-16T05:47:04.227" v="512" actId="1076"/>
          <ac:spMkLst>
            <pc:docMk/>
            <pc:sldMk cId="107231861" sldId="256"/>
            <ac:spMk id="30" creationId="{F8D16F21-884F-4D1F-91AE-34BEC1F6B0B0}"/>
          </ac:spMkLst>
        </pc:spChg>
        <pc:spChg chg="mod">
          <ac:chgData name="" userId="2e3541348ff98b28" providerId="LiveId" clId="{277FB296-D61B-416B-AF92-AFC12AFD1C93}" dt="2026-01-16T05:47:04.227" v="512" actId="1076"/>
          <ac:spMkLst>
            <pc:docMk/>
            <pc:sldMk cId="107231861" sldId="256"/>
            <ac:spMk id="31" creationId="{3625E227-2D3B-4322-9211-A4728D996B37}"/>
          </ac:spMkLst>
        </pc:spChg>
        <pc:spChg chg="add mod">
          <ac:chgData name="" userId="2e3541348ff98b28" providerId="LiveId" clId="{277FB296-D61B-416B-AF92-AFC12AFD1C93}" dt="2026-01-16T05:57:03.627" v="614" actId="1076"/>
          <ac:spMkLst>
            <pc:docMk/>
            <pc:sldMk cId="107231861" sldId="256"/>
            <ac:spMk id="33" creationId="{D4A561D4-819E-43B4-B8BF-682A6BBFCDDA}"/>
          </ac:spMkLst>
        </pc:spChg>
        <pc:spChg chg="mod">
          <ac:chgData name="" userId="2e3541348ff98b28" providerId="LiveId" clId="{277FB296-D61B-416B-AF92-AFC12AFD1C93}" dt="2026-01-16T05:47:04.227" v="512" actId="1076"/>
          <ac:spMkLst>
            <pc:docMk/>
            <pc:sldMk cId="107231861" sldId="256"/>
            <ac:spMk id="34" creationId="{7F9B0D29-5882-4360-AF40-E724C567B55F}"/>
          </ac:spMkLst>
        </pc:spChg>
        <pc:spChg chg="add mod">
          <ac:chgData name="" userId="2e3541348ff98b28" providerId="LiveId" clId="{277FB296-D61B-416B-AF92-AFC12AFD1C93}" dt="2026-01-16T05:57:03.627" v="614" actId="1076"/>
          <ac:spMkLst>
            <pc:docMk/>
            <pc:sldMk cId="107231861" sldId="256"/>
            <ac:spMk id="35" creationId="{179F658D-6F03-459C-9310-6D2887E5D87D}"/>
          </ac:spMkLst>
        </pc:spChg>
        <pc:spChg chg="add mod">
          <ac:chgData name="" userId="2e3541348ff98b28" providerId="LiveId" clId="{277FB296-D61B-416B-AF92-AFC12AFD1C93}" dt="2026-01-16T05:55:52.531" v="600" actId="1076"/>
          <ac:spMkLst>
            <pc:docMk/>
            <pc:sldMk cId="107231861" sldId="256"/>
            <ac:spMk id="38" creationId="{1BA57EB8-9D47-47CB-BB82-AD2F42E32327}"/>
          </ac:spMkLst>
        </pc:spChg>
        <pc:spChg chg="add mod">
          <ac:chgData name="" userId="2e3541348ff98b28" providerId="LiveId" clId="{277FB296-D61B-416B-AF92-AFC12AFD1C93}" dt="2026-01-16T05:55:52.531" v="600" actId="1076"/>
          <ac:spMkLst>
            <pc:docMk/>
            <pc:sldMk cId="107231861" sldId="256"/>
            <ac:spMk id="39" creationId="{834FD36C-0D9A-4879-BEF7-816C0C8FFD42}"/>
          </ac:spMkLst>
        </pc:spChg>
        <pc:spChg chg="add mod">
          <ac:chgData name="" userId="2e3541348ff98b28" providerId="LiveId" clId="{277FB296-D61B-416B-AF92-AFC12AFD1C93}" dt="2026-01-16T05:55:52.531" v="600" actId="1076"/>
          <ac:spMkLst>
            <pc:docMk/>
            <pc:sldMk cId="107231861" sldId="256"/>
            <ac:spMk id="43" creationId="{FD2508FC-70B3-4D14-8847-94244F67C08D}"/>
          </ac:spMkLst>
        </pc:spChg>
        <pc:spChg chg="add mod">
          <ac:chgData name="" userId="2e3541348ff98b28" providerId="LiveId" clId="{277FB296-D61B-416B-AF92-AFC12AFD1C93}" dt="2026-01-16T05:55:52.531" v="600" actId="1076"/>
          <ac:spMkLst>
            <pc:docMk/>
            <pc:sldMk cId="107231861" sldId="256"/>
            <ac:spMk id="44" creationId="{20299A20-2D19-4A2C-85DB-80EAA7300B50}"/>
          </ac:spMkLst>
        </pc:spChg>
        <pc:graphicFrameChg chg="mod modGraphic">
          <ac:chgData name="" userId="2e3541348ff98b28" providerId="LiveId" clId="{277FB296-D61B-416B-AF92-AFC12AFD1C93}" dt="2026-01-16T05:47:04.227" v="512" actId="1076"/>
          <ac:graphicFrameMkLst>
            <pc:docMk/>
            <pc:sldMk cId="107231861" sldId="256"/>
            <ac:graphicFrameMk id="11" creationId="{C9BE7879-31F3-4BC5-81C0-6C2ACCDF74FC}"/>
          </ac:graphicFrameMkLst>
        </pc:graphicFrameChg>
        <pc:graphicFrameChg chg="mod">
          <ac:chgData name="" userId="2e3541348ff98b28" providerId="LiveId" clId="{277FB296-D61B-416B-AF92-AFC12AFD1C93}" dt="2026-01-16T05:47:04.227" v="512" actId="1076"/>
          <ac:graphicFrameMkLst>
            <pc:docMk/>
            <pc:sldMk cId="107231861" sldId="256"/>
            <ac:graphicFrameMk id="12" creationId="{98F1595B-62F1-44ED-BBD0-A3800B37BC86}"/>
          </ac:graphicFrameMkLst>
        </pc:graphicFrameChg>
        <pc:graphicFrameChg chg="mod">
          <ac:chgData name="" userId="2e3541348ff98b28" providerId="LiveId" clId="{277FB296-D61B-416B-AF92-AFC12AFD1C93}" dt="2026-01-16T05:47:04.227" v="512" actId="1076"/>
          <ac:graphicFrameMkLst>
            <pc:docMk/>
            <pc:sldMk cId="107231861" sldId="256"/>
            <ac:graphicFrameMk id="14" creationId="{F44D6E70-2E9E-4BE1-B191-51992542DDF0}"/>
          </ac:graphicFrameMkLst>
        </pc:graphicFrameChg>
        <pc:graphicFrameChg chg="mod">
          <ac:chgData name="" userId="2e3541348ff98b28" providerId="LiveId" clId="{277FB296-D61B-416B-AF92-AFC12AFD1C93}" dt="2026-01-16T05:47:04.227" v="512" actId="1076"/>
          <ac:graphicFrameMkLst>
            <pc:docMk/>
            <pc:sldMk cId="107231861" sldId="256"/>
            <ac:graphicFrameMk id="15" creationId="{9AD7E4AC-7F22-48DB-8129-E520E0FDEE67}"/>
          </ac:graphicFrameMkLst>
        </pc:graphicFrameChg>
        <pc:graphicFrameChg chg="add mod modGraphic">
          <ac:chgData name="" userId="2e3541348ff98b28" providerId="LiveId" clId="{277FB296-D61B-416B-AF92-AFC12AFD1C93}" dt="2026-01-16T05:57:03.627" v="614" actId="1076"/>
          <ac:graphicFrameMkLst>
            <pc:docMk/>
            <pc:sldMk cId="107231861" sldId="256"/>
            <ac:graphicFrameMk id="32" creationId="{221B4B42-3BD2-4A2F-BC97-6F495364BDE3}"/>
          </ac:graphicFrameMkLst>
        </pc:graphicFrameChg>
        <pc:graphicFrameChg chg="add del mod modGraphic">
          <ac:chgData name="" userId="2e3541348ff98b28" providerId="LiveId" clId="{277FB296-D61B-416B-AF92-AFC12AFD1C93}" dt="2026-01-16T05:52:33.416" v="570" actId="478"/>
          <ac:graphicFrameMkLst>
            <pc:docMk/>
            <pc:sldMk cId="107231861" sldId="256"/>
            <ac:graphicFrameMk id="36" creationId="{69E3F58A-1BF2-437F-85DF-F21241DA57C6}"/>
          </ac:graphicFrameMkLst>
        </pc:graphicFrameChg>
        <pc:graphicFrameChg chg="add mod modGraphic">
          <ac:chgData name="" userId="2e3541348ff98b28" providerId="LiveId" clId="{277FB296-D61B-416B-AF92-AFC12AFD1C93}" dt="2026-01-16T05:55:52.531" v="600" actId="1076"/>
          <ac:graphicFrameMkLst>
            <pc:docMk/>
            <pc:sldMk cId="107231861" sldId="256"/>
            <ac:graphicFrameMk id="37" creationId="{03790F62-E4AE-4F03-B6A1-99062F57B40B}"/>
          </ac:graphicFrameMkLst>
        </pc:graphicFrameChg>
        <pc:graphicFrameChg chg="add mod modGraphic">
          <ac:chgData name="" userId="2e3541348ff98b28" providerId="LiveId" clId="{277FB296-D61B-416B-AF92-AFC12AFD1C93}" dt="2026-01-16T05:57:03.627" v="614" actId="1076"/>
          <ac:graphicFrameMkLst>
            <pc:docMk/>
            <pc:sldMk cId="107231861" sldId="256"/>
            <ac:graphicFrameMk id="40" creationId="{7DCD69BA-B332-4DDA-80F3-9E151CF2514E}"/>
          </ac:graphicFrameMkLst>
        </pc:graphicFrameChg>
        <pc:graphicFrameChg chg="add mod">
          <ac:chgData name="" userId="2e3541348ff98b28" providerId="LiveId" clId="{277FB296-D61B-416B-AF92-AFC12AFD1C93}" dt="2026-01-16T05:55:52.531" v="600" actId="1076"/>
          <ac:graphicFrameMkLst>
            <pc:docMk/>
            <pc:sldMk cId="107231861" sldId="256"/>
            <ac:graphicFrameMk id="41" creationId="{49D31195-B690-41D3-AA0E-7E8437921960}"/>
          </ac:graphicFrameMkLst>
        </pc:graphicFrameChg>
        <pc:graphicFrameChg chg="add mod modGraphic">
          <ac:chgData name="" userId="2e3541348ff98b28" providerId="LiveId" clId="{277FB296-D61B-416B-AF92-AFC12AFD1C93}" dt="2026-01-16T05:56:25.963" v="610" actId="20577"/>
          <ac:graphicFrameMkLst>
            <pc:docMk/>
            <pc:sldMk cId="107231861" sldId="256"/>
            <ac:graphicFrameMk id="42" creationId="{6B3AFFF6-D1FA-40F3-9084-7365A9FE826B}"/>
          </ac:graphicFrameMkLst>
        </pc:graphicFrameChg>
        <pc:graphicFrameChg chg="add mod">
          <ac:chgData name="" userId="2e3541348ff98b28" providerId="LiveId" clId="{277FB296-D61B-416B-AF92-AFC12AFD1C93}" dt="2026-01-16T05:56:43.483" v="612" actId="1076"/>
          <ac:graphicFrameMkLst>
            <pc:docMk/>
            <pc:sldMk cId="107231861" sldId="256"/>
            <ac:graphicFrameMk id="45" creationId="{F5E43B0C-22BC-4C68-864C-EE06B27AEEF0}"/>
          </ac:graphicFrameMkLst>
        </pc:graphicFrameChg>
        <pc:cxnChg chg="add mod">
          <ac:chgData name="" userId="2e3541348ff98b28" providerId="LiveId" clId="{277FB296-D61B-416B-AF92-AFC12AFD1C93}" dt="2026-01-16T05:58:10.586" v="615" actId="1076"/>
          <ac:cxnSpMkLst>
            <pc:docMk/>
            <pc:sldMk cId="107231861" sldId="256"/>
            <ac:cxnSpMk id="3" creationId="{17C2233F-6890-4F03-B8ED-CAFB04F09EED}"/>
          </ac:cxnSpMkLst>
        </pc:cxnChg>
        <pc:cxnChg chg="mod">
          <ac:chgData name="" userId="2e3541348ff98b28" providerId="LiveId" clId="{277FB296-D61B-416B-AF92-AFC12AFD1C93}" dt="2026-01-16T05:47:04.227" v="512" actId="1076"/>
          <ac:cxnSpMkLst>
            <pc:docMk/>
            <pc:sldMk cId="107231861" sldId="256"/>
            <ac:cxnSpMk id="17" creationId="{1FC11FF1-03B3-4579-9A07-B9D5C49D0EF0}"/>
          </ac:cxnSpMkLst>
        </pc:cxnChg>
        <pc:cxnChg chg="mod">
          <ac:chgData name="" userId="2e3541348ff98b28" providerId="LiveId" clId="{277FB296-D61B-416B-AF92-AFC12AFD1C93}" dt="2026-01-16T05:47:04.227" v="512" actId="1076"/>
          <ac:cxnSpMkLst>
            <pc:docMk/>
            <pc:sldMk cId="107231861" sldId="256"/>
            <ac:cxnSpMk id="18" creationId="{24571713-C75E-493C-8E9F-03474B70FFBC}"/>
          </ac:cxnSpMkLst>
        </pc:cxnChg>
        <pc:cxnChg chg="mod">
          <ac:chgData name="" userId="2e3541348ff98b28" providerId="LiveId" clId="{277FB296-D61B-416B-AF92-AFC12AFD1C93}" dt="2026-01-16T05:47:04.227" v="512" actId="1076"/>
          <ac:cxnSpMkLst>
            <pc:docMk/>
            <pc:sldMk cId="107231861" sldId="256"/>
            <ac:cxnSpMk id="19" creationId="{FDFFD116-4B64-4C52-9117-73F4270A06E2}"/>
          </ac:cxnSpMkLst>
        </pc:cxnChg>
        <pc:cxnChg chg="add del mod">
          <ac:chgData name="" userId="2e3541348ff98b28" providerId="LiveId" clId="{277FB296-D61B-416B-AF92-AFC12AFD1C93}" dt="2026-01-16T05:53:57.419" v="583" actId="478"/>
          <ac:cxnSpMkLst>
            <pc:docMk/>
            <pc:sldMk cId="107231861" sldId="256"/>
            <ac:cxnSpMk id="46" creationId="{83EA4476-1605-41A1-B8BD-C41CC783277D}"/>
          </ac:cxnSpMkLst>
        </pc:cxnChg>
      </pc:sldChg>
      <pc:sldChg chg="addSp delSp modSp ord">
        <pc:chgData name="" userId="2e3541348ff98b28" providerId="LiveId" clId="{277FB296-D61B-416B-AF92-AFC12AFD1C93}" dt="2026-01-16T06:32:13.756" v="884" actId="20577"/>
        <pc:sldMkLst>
          <pc:docMk/>
          <pc:sldMk cId="2303348462" sldId="257"/>
        </pc:sldMkLst>
        <pc:spChg chg="mod">
          <ac:chgData name="" userId="2e3541348ff98b28" providerId="LiveId" clId="{277FB296-D61B-416B-AF92-AFC12AFD1C93}" dt="2026-01-15T11:30:45.718" v="212" actId="20577"/>
          <ac:spMkLst>
            <pc:docMk/>
            <pc:sldMk cId="2303348462" sldId="257"/>
            <ac:spMk id="2" creationId="{060BE29E-5EA8-4C7D-886A-5AE5B9025890}"/>
          </ac:spMkLst>
        </pc:spChg>
        <pc:spChg chg="add mod">
          <ac:chgData name="" userId="2e3541348ff98b28" providerId="LiveId" clId="{277FB296-D61B-416B-AF92-AFC12AFD1C93}" dt="2026-01-16T05:44:52.922" v="504" actId="1076"/>
          <ac:spMkLst>
            <pc:docMk/>
            <pc:sldMk cId="2303348462" sldId="257"/>
            <ac:spMk id="3" creationId="{4016675B-5463-41E5-8433-48F2E498DA99}"/>
          </ac:spMkLst>
        </pc:spChg>
        <pc:spChg chg="add mod">
          <ac:chgData name="" userId="2e3541348ff98b28" providerId="LiveId" clId="{277FB296-D61B-416B-AF92-AFC12AFD1C93}" dt="2026-01-16T05:37:05.355" v="421" actId="1076"/>
          <ac:spMkLst>
            <pc:docMk/>
            <pc:sldMk cId="2303348462" sldId="257"/>
            <ac:spMk id="11" creationId="{F5BA697E-6F9E-405B-8A3A-A56620320CF5}"/>
          </ac:spMkLst>
        </pc:spChg>
        <pc:spChg chg="add mod">
          <ac:chgData name="" userId="2e3541348ff98b28" providerId="LiveId" clId="{277FB296-D61B-416B-AF92-AFC12AFD1C93}" dt="2026-01-16T05:37:05.355" v="421" actId="1076"/>
          <ac:spMkLst>
            <pc:docMk/>
            <pc:sldMk cId="2303348462" sldId="257"/>
            <ac:spMk id="12" creationId="{A62EACD9-0B20-4F3F-B828-7C690D6785FB}"/>
          </ac:spMkLst>
        </pc:spChg>
        <pc:spChg chg="add mod">
          <ac:chgData name="" userId="2e3541348ff98b28" providerId="LiveId" clId="{277FB296-D61B-416B-AF92-AFC12AFD1C93}" dt="2026-01-16T05:37:05.355" v="421" actId="1076"/>
          <ac:spMkLst>
            <pc:docMk/>
            <pc:sldMk cId="2303348462" sldId="257"/>
            <ac:spMk id="13" creationId="{B46E4485-D365-4597-9068-02E6BAED57EF}"/>
          </ac:spMkLst>
        </pc:spChg>
        <pc:spChg chg="add mod">
          <ac:chgData name="" userId="2e3541348ff98b28" providerId="LiveId" clId="{277FB296-D61B-416B-AF92-AFC12AFD1C93}" dt="2026-01-16T05:37:05.355" v="421" actId="1076"/>
          <ac:spMkLst>
            <pc:docMk/>
            <pc:sldMk cId="2303348462" sldId="257"/>
            <ac:spMk id="14" creationId="{92398576-2183-46B1-BF1C-DE11B250A74C}"/>
          </ac:spMkLst>
        </pc:spChg>
        <pc:spChg chg="add mod">
          <ac:chgData name="" userId="2e3541348ff98b28" providerId="LiveId" clId="{277FB296-D61B-416B-AF92-AFC12AFD1C93}" dt="2026-01-16T05:34:34.579" v="402" actId="1076"/>
          <ac:spMkLst>
            <pc:docMk/>
            <pc:sldMk cId="2303348462" sldId="257"/>
            <ac:spMk id="15" creationId="{841E1E7E-FF4D-4E53-81B0-6B2B0DF910F4}"/>
          </ac:spMkLst>
        </pc:spChg>
        <pc:spChg chg="add mod">
          <ac:chgData name="" userId="2e3541348ff98b28" providerId="LiveId" clId="{277FB296-D61B-416B-AF92-AFC12AFD1C93}" dt="2026-01-15T11:36:17.243" v="371" actId="1038"/>
          <ac:spMkLst>
            <pc:docMk/>
            <pc:sldMk cId="2303348462" sldId="257"/>
            <ac:spMk id="16" creationId="{D0B9EC22-F339-4FFF-91B5-755CCF0CB9F5}"/>
          </ac:spMkLst>
        </pc:spChg>
        <pc:spChg chg="add mod">
          <ac:chgData name="" userId="2e3541348ff98b28" providerId="LiveId" clId="{277FB296-D61B-416B-AF92-AFC12AFD1C93}" dt="2026-01-15T11:36:17.243" v="371" actId="1038"/>
          <ac:spMkLst>
            <pc:docMk/>
            <pc:sldMk cId="2303348462" sldId="257"/>
            <ac:spMk id="17" creationId="{5A9023B0-7BD0-452C-9B24-72550BD1F810}"/>
          </ac:spMkLst>
        </pc:spChg>
        <pc:spChg chg="add mod">
          <ac:chgData name="" userId="2e3541348ff98b28" providerId="LiveId" clId="{277FB296-D61B-416B-AF92-AFC12AFD1C93}" dt="2026-01-15T11:36:17.243" v="371" actId="1038"/>
          <ac:spMkLst>
            <pc:docMk/>
            <pc:sldMk cId="2303348462" sldId="257"/>
            <ac:spMk id="18" creationId="{345860B9-E426-4F85-A9FF-DB503573B83B}"/>
          </ac:spMkLst>
        </pc:spChg>
        <pc:spChg chg="add mod">
          <ac:chgData name="" userId="2e3541348ff98b28" providerId="LiveId" clId="{277FB296-D61B-416B-AF92-AFC12AFD1C93}" dt="2026-01-15T11:37:24.299" v="386" actId="207"/>
          <ac:spMkLst>
            <pc:docMk/>
            <pc:sldMk cId="2303348462" sldId="257"/>
            <ac:spMk id="19" creationId="{1F3377B3-17C2-4765-8074-BA5FCE5EC775}"/>
          </ac:spMkLst>
        </pc:spChg>
        <pc:spChg chg="add mod">
          <ac:chgData name="" userId="2e3541348ff98b28" providerId="LiveId" clId="{277FB296-D61B-416B-AF92-AFC12AFD1C93}" dt="2026-01-15T11:37:26.988" v="387" actId="207"/>
          <ac:spMkLst>
            <pc:docMk/>
            <pc:sldMk cId="2303348462" sldId="257"/>
            <ac:spMk id="20" creationId="{C7060143-6246-4AD4-B87A-BB0E5066E444}"/>
          </ac:spMkLst>
        </pc:spChg>
        <pc:spChg chg="add mod">
          <ac:chgData name="" userId="2e3541348ff98b28" providerId="LiveId" clId="{277FB296-D61B-416B-AF92-AFC12AFD1C93}" dt="2026-01-15T11:36:17.243" v="371" actId="1038"/>
          <ac:spMkLst>
            <pc:docMk/>
            <pc:sldMk cId="2303348462" sldId="257"/>
            <ac:spMk id="21" creationId="{FA3EDD84-4BFD-4B97-A901-1C2FDFB02AB6}"/>
          </ac:spMkLst>
        </pc:spChg>
        <pc:spChg chg="add mod">
          <ac:chgData name="" userId="2e3541348ff98b28" providerId="LiveId" clId="{277FB296-D61B-416B-AF92-AFC12AFD1C93}" dt="2026-01-16T05:35:59.109" v="413" actId="20577"/>
          <ac:spMkLst>
            <pc:docMk/>
            <pc:sldMk cId="2303348462" sldId="257"/>
            <ac:spMk id="22" creationId="{261B4E37-2A22-40A7-B457-7D17D4205971}"/>
          </ac:spMkLst>
        </pc:spChg>
        <pc:spChg chg="add mod">
          <ac:chgData name="" userId="2e3541348ff98b28" providerId="LiveId" clId="{277FB296-D61B-416B-AF92-AFC12AFD1C93}" dt="2026-01-16T05:45:02.275" v="505" actId="1076"/>
          <ac:spMkLst>
            <pc:docMk/>
            <pc:sldMk cId="2303348462" sldId="257"/>
            <ac:spMk id="24" creationId="{9110010E-4E9C-4548-AA5F-FEF84924F760}"/>
          </ac:spMkLst>
        </pc:spChg>
        <pc:spChg chg="add mod">
          <ac:chgData name="" userId="2e3541348ff98b28" providerId="LiveId" clId="{277FB296-D61B-416B-AF92-AFC12AFD1C93}" dt="2026-01-16T05:45:02.275" v="505" actId="1076"/>
          <ac:spMkLst>
            <pc:docMk/>
            <pc:sldMk cId="2303348462" sldId="257"/>
            <ac:spMk id="25" creationId="{F05160BA-B127-47EC-B8FF-F317079E37AA}"/>
          </ac:spMkLst>
        </pc:spChg>
        <pc:spChg chg="add del mod">
          <ac:chgData name="" userId="2e3541348ff98b28" providerId="LiveId" clId="{277FB296-D61B-416B-AF92-AFC12AFD1C93}" dt="2026-01-16T05:42:04.308" v="471" actId="478"/>
          <ac:spMkLst>
            <pc:docMk/>
            <pc:sldMk cId="2303348462" sldId="257"/>
            <ac:spMk id="28" creationId="{86148FE3-F53B-4195-BF34-319693ABD9DD}"/>
          </ac:spMkLst>
        </pc:spChg>
        <pc:spChg chg="add mod">
          <ac:chgData name="" userId="2e3541348ff98b28" providerId="LiveId" clId="{277FB296-D61B-416B-AF92-AFC12AFD1C93}" dt="2026-01-16T06:32:13.756" v="884" actId="20577"/>
          <ac:spMkLst>
            <pc:docMk/>
            <pc:sldMk cId="2303348462" sldId="257"/>
            <ac:spMk id="30" creationId="{02BE352F-3384-48E0-8EA1-4443E7E70ABF}"/>
          </ac:spMkLst>
        </pc:spChg>
        <pc:spChg chg="add mod">
          <ac:chgData name="" userId="2e3541348ff98b28" providerId="LiveId" clId="{277FB296-D61B-416B-AF92-AFC12AFD1C93}" dt="2026-01-16T06:31:55.754" v="878" actId="1076"/>
          <ac:spMkLst>
            <pc:docMk/>
            <pc:sldMk cId="2303348462" sldId="257"/>
            <ac:spMk id="31" creationId="{1587995B-28FB-415C-A223-1C1CE87B7D90}"/>
          </ac:spMkLst>
        </pc:spChg>
        <pc:spChg chg="add mod">
          <ac:chgData name="" userId="2e3541348ff98b28" providerId="LiveId" clId="{277FB296-D61B-416B-AF92-AFC12AFD1C93}" dt="2026-01-16T06:31:26.586" v="874" actId="1076"/>
          <ac:spMkLst>
            <pc:docMk/>
            <pc:sldMk cId="2303348462" sldId="257"/>
            <ac:spMk id="32" creationId="{FE4F19E2-ED10-4B55-A548-FD7DE7CDA6E6}"/>
          </ac:spMkLst>
        </pc:spChg>
        <pc:graphicFrameChg chg="add mod modGraphic">
          <ac:chgData name="" userId="2e3541348ff98b28" providerId="LiveId" clId="{277FB296-D61B-416B-AF92-AFC12AFD1C93}" dt="2026-01-16T05:35:42.595" v="409"/>
          <ac:graphicFrameMkLst>
            <pc:docMk/>
            <pc:sldMk cId="2303348462" sldId="257"/>
            <ac:graphicFrameMk id="4" creationId="{657A20F0-14D6-43D7-B3DE-C7657680FC3E}"/>
          </ac:graphicFrameMkLst>
        </pc:graphicFrameChg>
        <pc:graphicFrameChg chg="add mod">
          <ac:chgData name="" userId="2e3541348ff98b28" providerId="LiveId" clId="{277FB296-D61B-416B-AF92-AFC12AFD1C93}" dt="2026-01-15T11:36:17.243" v="371" actId="1038"/>
          <ac:graphicFrameMkLst>
            <pc:docMk/>
            <pc:sldMk cId="2303348462" sldId="257"/>
            <ac:graphicFrameMk id="5" creationId="{87F13324-3DC8-4333-965C-A3F2F021EDAE}"/>
          </ac:graphicFrameMkLst>
        </pc:graphicFrameChg>
        <pc:graphicFrameChg chg="add mod">
          <ac:chgData name="" userId="2e3541348ff98b28" providerId="LiveId" clId="{277FB296-D61B-416B-AF92-AFC12AFD1C93}" dt="2026-01-15T11:36:17.243" v="371" actId="1038"/>
          <ac:graphicFrameMkLst>
            <pc:docMk/>
            <pc:sldMk cId="2303348462" sldId="257"/>
            <ac:graphicFrameMk id="6" creationId="{805A887A-B4D8-4A73-9E48-7EFE2CF18916}"/>
          </ac:graphicFrameMkLst>
        </pc:graphicFrameChg>
        <pc:graphicFrameChg chg="add mod">
          <ac:chgData name="" userId="2e3541348ff98b28" providerId="LiveId" clId="{277FB296-D61B-416B-AF92-AFC12AFD1C93}" dt="2026-01-15T11:36:17.243" v="371" actId="1038"/>
          <ac:graphicFrameMkLst>
            <pc:docMk/>
            <pc:sldMk cId="2303348462" sldId="257"/>
            <ac:graphicFrameMk id="7" creationId="{9D6FD09F-AF47-4827-AB01-945D8B4606A5}"/>
          </ac:graphicFrameMkLst>
        </pc:graphicFrameChg>
        <pc:graphicFrameChg chg="add mod modGraphic">
          <ac:chgData name="" userId="2e3541348ff98b28" providerId="LiveId" clId="{277FB296-D61B-416B-AF92-AFC12AFD1C93}" dt="2026-01-16T05:45:02.275" v="505" actId="1076"/>
          <ac:graphicFrameMkLst>
            <pc:docMk/>
            <pc:sldMk cId="2303348462" sldId="257"/>
            <ac:graphicFrameMk id="23" creationId="{FC2E7C20-F2C4-41E2-AF4F-4FF3A247AEC6}"/>
          </ac:graphicFrameMkLst>
        </pc:graphicFrameChg>
        <pc:graphicFrameChg chg="add mod modGraphic">
          <ac:chgData name="" userId="2e3541348ff98b28" providerId="LiveId" clId="{277FB296-D61B-416B-AF92-AFC12AFD1C93}" dt="2026-01-16T05:45:02.275" v="505" actId="1076"/>
          <ac:graphicFrameMkLst>
            <pc:docMk/>
            <pc:sldMk cId="2303348462" sldId="257"/>
            <ac:graphicFrameMk id="29" creationId="{565CFC80-DF73-4EEB-9CF4-D7C33B08F2B5}"/>
          </ac:graphicFrameMkLst>
        </pc:graphicFrameChg>
        <pc:cxnChg chg="add mod">
          <ac:chgData name="" userId="2e3541348ff98b28" providerId="LiveId" clId="{277FB296-D61B-416B-AF92-AFC12AFD1C93}" dt="2026-01-15T11:36:17.243" v="371" actId="1038"/>
          <ac:cxnSpMkLst>
            <pc:docMk/>
            <pc:sldMk cId="2303348462" sldId="257"/>
            <ac:cxnSpMk id="8" creationId="{FDB2B03A-0B06-4715-AF44-670169A2735E}"/>
          </ac:cxnSpMkLst>
        </pc:cxnChg>
        <pc:cxnChg chg="add mod">
          <ac:chgData name="" userId="2e3541348ff98b28" providerId="LiveId" clId="{277FB296-D61B-416B-AF92-AFC12AFD1C93}" dt="2026-01-15T11:36:17.243" v="371" actId="1038"/>
          <ac:cxnSpMkLst>
            <pc:docMk/>
            <pc:sldMk cId="2303348462" sldId="257"/>
            <ac:cxnSpMk id="9" creationId="{3EC457CF-215D-4AD6-89CA-E836AD896EA6}"/>
          </ac:cxnSpMkLst>
        </pc:cxnChg>
        <pc:cxnChg chg="add mod">
          <ac:chgData name="" userId="2e3541348ff98b28" providerId="LiveId" clId="{277FB296-D61B-416B-AF92-AFC12AFD1C93}" dt="2026-01-15T11:36:17.243" v="371" actId="1038"/>
          <ac:cxnSpMkLst>
            <pc:docMk/>
            <pc:sldMk cId="2303348462" sldId="257"/>
            <ac:cxnSpMk id="10" creationId="{CDDF8BA1-14C3-4CE3-9388-06A1E00BBC49}"/>
          </ac:cxnSpMkLst>
        </pc:cxnChg>
        <pc:cxnChg chg="add del mod">
          <ac:chgData name="" userId="2e3541348ff98b28" providerId="LiveId" clId="{277FB296-D61B-416B-AF92-AFC12AFD1C93}" dt="2026-01-16T05:41:51.800" v="469" actId="478"/>
          <ac:cxnSpMkLst>
            <pc:docMk/>
            <pc:sldMk cId="2303348462" sldId="257"/>
            <ac:cxnSpMk id="27" creationId="{1071AF57-CC96-4C1C-ABB7-410923FDFB08}"/>
          </ac:cxnSpMkLst>
        </pc:cxnChg>
      </pc:sldChg>
      <pc:sldChg chg="addSp delSp modSp add">
        <pc:chgData name="" userId="2e3541348ff98b28" providerId="LiveId" clId="{277FB296-D61B-416B-AF92-AFC12AFD1C93}" dt="2026-01-16T06:33:27.972" v="887" actId="20577"/>
        <pc:sldMkLst>
          <pc:docMk/>
          <pc:sldMk cId="2944880832" sldId="258"/>
        </pc:sldMkLst>
        <pc:spChg chg="del">
          <ac:chgData name="" userId="2e3541348ff98b28" providerId="LiveId" clId="{277FB296-D61B-416B-AF92-AFC12AFD1C93}" dt="2026-01-16T05:59:31.339" v="617" actId="478"/>
          <ac:spMkLst>
            <pc:docMk/>
            <pc:sldMk cId="2944880832" sldId="258"/>
            <ac:spMk id="2" creationId="{57D1CA7A-EC3A-45D4-9842-2CCF5C47D3EE}"/>
          </ac:spMkLst>
        </pc:spChg>
        <pc:spChg chg="del">
          <ac:chgData name="" userId="2e3541348ff98b28" providerId="LiveId" clId="{277FB296-D61B-416B-AF92-AFC12AFD1C93}" dt="2026-01-16T05:59:34.651" v="618" actId="478"/>
          <ac:spMkLst>
            <pc:docMk/>
            <pc:sldMk cId="2944880832" sldId="258"/>
            <ac:spMk id="3" creationId="{C0099BAA-43FB-44CB-B817-32124A916573}"/>
          </ac:spMkLst>
        </pc:spChg>
        <pc:spChg chg="add mod">
          <ac:chgData name="" userId="2e3541348ff98b28" providerId="LiveId" clId="{277FB296-D61B-416B-AF92-AFC12AFD1C93}" dt="2026-01-16T06:33:27.972" v="887" actId="20577"/>
          <ac:spMkLst>
            <pc:docMk/>
            <pc:sldMk cId="2944880832" sldId="258"/>
            <ac:spMk id="4" creationId="{46C9A243-7378-42FE-85AE-C43267CDB4CF}"/>
          </ac:spMkLst>
        </pc:spChg>
      </pc:sldChg>
    </pc:docChg>
  </pc:docChgLst>
  <pc:docChgLst>
    <pc:chgData name="Samparka Dey" userId="2e3541348ff98b28" providerId="LiveId" clId="{AA29222A-338F-42A2-AAC0-F4EBB1B0040D}"/>
    <pc:docChg chg="delSld modSld">
      <pc:chgData name="Samparka Dey" userId="2e3541348ff98b28" providerId="LiveId" clId="{AA29222A-338F-42A2-AAC0-F4EBB1B0040D}" dt="2026-01-28T16:20:14.526" v="2" actId="2696"/>
      <pc:docMkLst>
        <pc:docMk/>
      </pc:docMkLst>
      <pc:sldChg chg="modSp mod">
        <pc:chgData name="Samparka Dey" userId="2e3541348ff98b28" providerId="LiveId" clId="{AA29222A-338F-42A2-AAC0-F4EBB1B0040D}" dt="2026-01-28T16:19:28.431" v="1" actId="20577"/>
        <pc:sldMkLst>
          <pc:docMk/>
          <pc:sldMk cId="2303348462" sldId="257"/>
        </pc:sldMkLst>
        <pc:spChg chg="mod">
          <ac:chgData name="Samparka Dey" userId="2e3541348ff98b28" providerId="LiveId" clId="{AA29222A-338F-42A2-AAC0-F4EBB1B0040D}" dt="2026-01-28T16:19:28.431" v="1" actId="20577"/>
          <ac:spMkLst>
            <pc:docMk/>
            <pc:sldMk cId="2303348462" sldId="257"/>
            <ac:spMk id="3" creationId="{4016675B-5463-41E5-8433-48F2E498DA99}"/>
          </ac:spMkLst>
        </pc:spChg>
      </pc:sldChg>
      <pc:sldChg chg="del">
        <pc:chgData name="Samparka Dey" userId="2e3541348ff98b28" providerId="LiveId" clId="{AA29222A-338F-42A2-AAC0-F4EBB1B0040D}" dt="2026-01-28T16:20:14.526" v="2" actId="2696"/>
        <pc:sldMkLst>
          <pc:docMk/>
          <pc:sldMk cId="2944880832" sldId="25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CA561-CE43-4D4A-BB99-C92655A991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8D9722-07EA-494C-B7F1-69C71CE7EA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2FCDFF-60F3-4506-B9DC-01DB2BDDD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2D9A6-DD2E-4099-AF03-84B8EA90CE4E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27A69B-2E01-4A63-8812-E760781B6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471936-A6F4-410B-9127-88D6F5AD0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F8D95-B96F-458E-853C-A146A542A1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5459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11353-C9BE-453D-858D-F2E968EFD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8B67F9-F1B9-44D8-8222-4ED4EA4692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58A595-BEC7-4190-9312-6FC3622C6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2D9A6-DD2E-4099-AF03-84B8EA90CE4E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09AB27-5085-49FF-A2E0-FD21E0729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34E21F-3FF0-4B9C-B6FB-73BC7A01B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F8D95-B96F-458E-853C-A146A542A1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24264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F1F3C-5884-4E78-86E9-6072CFCCF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F9FA1C-BBBA-4DBB-A059-2AF815DBA1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468BF-1FD5-47F0-AA19-0FB0C7894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2D9A6-DD2E-4099-AF03-84B8EA90CE4E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A8882E-0302-49A1-8FA6-654C2339D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0A7D05-79F6-4510-AAE1-F23219502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F8D95-B96F-458E-853C-A146A542A1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4869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45001-64B2-4F24-8482-A273C5D8E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F73992-51D6-4203-A7E6-75A88DAA5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FCC584-ED06-47D6-8946-640DDA3248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BD865E-9ADC-4385-AC39-92A7F0124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2D9A6-DD2E-4099-AF03-84B8EA90CE4E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6B3541-4242-42DA-83F5-C855E68B6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92E423-887B-49C5-B4D1-A134FE252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F8D95-B96F-458E-853C-A146A542A1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8657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C65F7-0DA8-465C-A8B0-FA5AB6BD5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22FB49-1C7B-4992-9056-4934ADCFDD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8A93AF-6777-40F4-82FA-921511E83D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96C7FB-3B5E-4C66-A820-3DCD6AECCA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97C3C5-79CF-4487-A175-4D973158F1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D8004E-60C7-48D4-A2C7-F1F6703B7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2D9A6-DD2E-4099-AF03-84B8EA90CE4E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9355DC-BFAE-4A59-81AC-63124FE08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73D4E5-94BB-469B-BE5D-8E03FF2C0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F8D95-B96F-458E-853C-A146A542A1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9541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DD1E5-A755-46E3-8119-18605F22E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FCE003-7FDC-4BBC-A52D-5B0464A8E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2D9A6-DD2E-4099-AF03-84B8EA90CE4E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BDE4D8-3F30-4440-9DE1-44E9B6718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424088-E308-48C2-B318-FD04AA63B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F8D95-B96F-458E-853C-A146A542A1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40744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67F71D-F2B7-4C22-9A72-23714C285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2D9A6-DD2E-4099-AF03-84B8EA90CE4E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4E165A-BBAD-4392-9783-894F49902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B9C28F-B860-4049-9CE2-BA4078E61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F8D95-B96F-458E-853C-A146A542A1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52670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DD2B7-1CB3-42EB-8094-4468C724C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CF2D6B-7E0A-4BA9-93BB-FD7B168BCD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55C66B-1BF3-4406-9441-98C88DFA10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237219-1839-4542-BB41-7F1480F04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2D9A6-DD2E-4099-AF03-84B8EA90CE4E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D0A25C-43A9-4A9E-A37E-44B1BFC2E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D41609-990D-4B68-A4F8-DD90CA3F6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F8D95-B96F-458E-853C-A146A542A1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4665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1D404-2A03-4781-BD14-250CEA563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9FEBAB-11B2-4690-9FC4-6E5C20BC8F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999CB0-7152-4F7C-A59A-BCDCDEEAA3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00789E-9FD5-4942-BDDF-44E6EA89E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2D9A6-DD2E-4099-AF03-84B8EA90CE4E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50050A-2202-4580-9D99-181E51017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382C3D-74AF-4221-B128-5FF87D9AA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F8D95-B96F-458E-853C-A146A542A1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1880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EB175-36E3-40A8-A12A-CBBACA17B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39345A-67C6-4438-8223-7A3776E2C3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154A62-4692-481A-94C5-CBA2132EF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2D9A6-DD2E-4099-AF03-84B8EA90CE4E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97F489-4D38-43A8-9E1A-95A8356CE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5DAD89-D3F8-4C90-A362-9F8F999DE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F8D95-B96F-458E-853C-A146A542A1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02164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E041CF-53FC-4FFC-A864-6E284F23F9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CD87FD-D34E-4CD9-B647-51B0FB0D83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8D00C8-DA42-432F-B6F9-BA9819A14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2D9A6-DD2E-4099-AF03-84B8EA90CE4E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06D9BD-3F44-4C23-96D9-078D9A76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4B6924-8849-44CF-B077-C3B13B9F5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F8D95-B96F-458E-853C-A146A542A1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5082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AB3161-AD00-4FCC-86A8-1D0B4C7CE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835D15-9367-40B6-BA9B-3E8F59B8E1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FD3915-960C-4DE2-9717-1BBA481650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92D9A6-DD2E-4099-AF03-84B8EA90CE4E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76325D-2BCE-4060-A0FC-203CD54D0A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2F6C9B-993A-4A1C-AC43-69FFB890BF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FF8D95-B96F-458E-853C-A146A542A1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797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60BE29E-5EA8-4C7D-886A-5AE5B9025890}"/>
              </a:ext>
            </a:extLst>
          </p:cNvPr>
          <p:cNvSpPr txBox="1"/>
          <p:nvPr/>
        </p:nvSpPr>
        <p:spPr>
          <a:xfrm>
            <a:off x="1443566" y="0"/>
            <a:ext cx="9118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/>
              <a:t>OBJECTIVE 1</a:t>
            </a:r>
            <a:endParaRPr lang="en-IN" sz="4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16675B-5463-41E5-8433-48F2E498DA99}"/>
              </a:ext>
            </a:extLst>
          </p:cNvPr>
          <p:cNvSpPr txBox="1"/>
          <p:nvPr/>
        </p:nvSpPr>
        <p:spPr>
          <a:xfrm>
            <a:off x="205099" y="769441"/>
            <a:ext cx="11781802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ODD/EVEN CHECKER: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 if a 1 byte value saved in memory location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9000 H</a:t>
            </a:r>
            <a:r>
              <a:rPr lang="en-US" sz="32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odd or even. If the given number is odd, save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‘OD’ H </a:t>
            </a:r>
            <a:r>
              <a:rPr lang="en-US" sz="32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memory location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9050 H</a:t>
            </a:r>
            <a:r>
              <a:rPr lang="en-US" sz="32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if the value is even save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‘EE’ H </a:t>
            </a:r>
            <a:r>
              <a:rPr lang="en-US" sz="32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the same memory location.</a:t>
            </a:r>
            <a:endParaRPr lang="en-IN" sz="3200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57A20F0-14D6-43D7-B3DE-C7657680FC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1192317"/>
              </p:ext>
            </p:extLst>
          </p:nvPr>
        </p:nvGraphicFramePr>
        <p:xfrm>
          <a:off x="8526965" y="3929722"/>
          <a:ext cx="1557866" cy="2641600"/>
        </p:xfrm>
        <a:graphic>
          <a:graphicData uri="http://schemas.openxmlformats.org/drawingml/2006/table">
            <a:tbl>
              <a:tblPr/>
              <a:tblGrid>
                <a:gridCol w="1557866">
                  <a:extLst>
                    <a:ext uri="{9D8B030D-6E8A-4147-A177-3AD203B41FA5}">
                      <a16:colId xmlns:a16="http://schemas.microsoft.com/office/drawing/2014/main" val="1280074869"/>
                    </a:ext>
                  </a:extLst>
                </a:gridCol>
              </a:tblGrid>
              <a:tr h="264160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446863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7F13324-3DC8-4333-965C-A3F2F021ED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9967256"/>
              </p:ext>
            </p:extLst>
          </p:nvPr>
        </p:nvGraphicFramePr>
        <p:xfrm>
          <a:off x="8526965" y="4300562"/>
          <a:ext cx="1549400" cy="365760"/>
        </p:xfrm>
        <a:graphic>
          <a:graphicData uri="http://schemas.openxmlformats.org/drawingml/2006/table">
            <a:tbl>
              <a:tblPr/>
              <a:tblGrid>
                <a:gridCol w="1549400">
                  <a:extLst>
                    <a:ext uri="{9D8B030D-6E8A-4147-A177-3AD203B41FA5}">
                      <a16:colId xmlns:a16="http://schemas.microsoft.com/office/drawing/2014/main" val="127793584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832059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05A887A-B4D8-4A73-9E48-7EFE2CF189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5703699"/>
              </p:ext>
            </p:extLst>
          </p:nvPr>
        </p:nvGraphicFramePr>
        <p:xfrm>
          <a:off x="8535431" y="5047793"/>
          <a:ext cx="1549400" cy="365760"/>
        </p:xfrm>
        <a:graphic>
          <a:graphicData uri="http://schemas.openxmlformats.org/drawingml/2006/table">
            <a:tbl>
              <a:tblPr/>
              <a:tblGrid>
                <a:gridCol w="1549400">
                  <a:extLst>
                    <a:ext uri="{9D8B030D-6E8A-4147-A177-3AD203B41FA5}">
                      <a16:colId xmlns:a16="http://schemas.microsoft.com/office/drawing/2014/main" val="127793584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8320591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D6FD09F-AF47-4827-AB01-945D8B4606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9678031"/>
              </p:ext>
            </p:extLst>
          </p:nvPr>
        </p:nvGraphicFramePr>
        <p:xfrm>
          <a:off x="8535431" y="6222034"/>
          <a:ext cx="1549400" cy="365760"/>
        </p:xfrm>
        <a:graphic>
          <a:graphicData uri="http://schemas.openxmlformats.org/drawingml/2006/table">
            <a:tbl>
              <a:tblPr/>
              <a:tblGrid>
                <a:gridCol w="1549400">
                  <a:extLst>
                    <a:ext uri="{9D8B030D-6E8A-4147-A177-3AD203B41FA5}">
                      <a16:colId xmlns:a16="http://schemas.microsoft.com/office/drawing/2014/main" val="127793584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8320591"/>
                  </a:ext>
                </a:extLst>
              </a:tr>
            </a:tbl>
          </a:graphicData>
        </a:graphic>
      </p:graphicFrame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DB2B03A-0B06-4715-AF44-670169A2735E}"/>
              </a:ext>
            </a:extLst>
          </p:cNvPr>
          <p:cNvCxnSpPr/>
          <p:nvPr/>
        </p:nvCxnSpPr>
        <p:spPr>
          <a:xfrm>
            <a:off x="8967232" y="3929722"/>
            <a:ext cx="0" cy="265807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EC457CF-215D-4AD6-89CA-E836AD896EA6}"/>
              </a:ext>
            </a:extLst>
          </p:cNvPr>
          <p:cNvCxnSpPr/>
          <p:nvPr/>
        </p:nvCxnSpPr>
        <p:spPr>
          <a:xfrm>
            <a:off x="9390565" y="3929722"/>
            <a:ext cx="0" cy="265807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DDF8BA1-14C3-4CE3-9388-06A1E00BBC49}"/>
              </a:ext>
            </a:extLst>
          </p:cNvPr>
          <p:cNvCxnSpPr/>
          <p:nvPr/>
        </p:nvCxnSpPr>
        <p:spPr>
          <a:xfrm>
            <a:off x="9796966" y="3929722"/>
            <a:ext cx="0" cy="265807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Flowchart: Process 10">
            <a:extLst>
              <a:ext uri="{FF2B5EF4-FFF2-40B4-BE49-F238E27FC236}">
                <a16:creationId xmlns:a16="http://schemas.microsoft.com/office/drawing/2014/main" id="{F5BA697E-6F9E-405B-8A3A-A56620320CF5}"/>
              </a:ext>
            </a:extLst>
          </p:cNvPr>
          <p:cNvSpPr/>
          <p:nvPr/>
        </p:nvSpPr>
        <p:spPr>
          <a:xfrm>
            <a:off x="8069764" y="3936876"/>
            <a:ext cx="440266" cy="381846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900</a:t>
            </a:r>
            <a:endParaRPr lang="en-IN" sz="1100" dirty="0"/>
          </a:p>
        </p:txBody>
      </p:sp>
      <p:sp>
        <p:nvSpPr>
          <p:cNvPr id="12" name="Flowchart: Process 11">
            <a:extLst>
              <a:ext uri="{FF2B5EF4-FFF2-40B4-BE49-F238E27FC236}">
                <a16:creationId xmlns:a16="http://schemas.microsoft.com/office/drawing/2014/main" id="{A62EACD9-0B20-4F3F-B828-7C690D6785FB}"/>
              </a:ext>
            </a:extLst>
          </p:cNvPr>
          <p:cNvSpPr/>
          <p:nvPr/>
        </p:nvSpPr>
        <p:spPr>
          <a:xfrm>
            <a:off x="8069763" y="4291244"/>
            <a:ext cx="440266" cy="381846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901</a:t>
            </a:r>
            <a:endParaRPr lang="en-IN" sz="1100" dirty="0"/>
          </a:p>
        </p:txBody>
      </p:sp>
      <p:sp>
        <p:nvSpPr>
          <p:cNvPr id="13" name="Flowchart: Process 12">
            <a:extLst>
              <a:ext uri="{FF2B5EF4-FFF2-40B4-BE49-F238E27FC236}">
                <a16:creationId xmlns:a16="http://schemas.microsoft.com/office/drawing/2014/main" id="{B46E4485-D365-4597-9068-02E6BAED57EF}"/>
              </a:ext>
            </a:extLst>
          </p:cNvPr>
          <p:cNvSpPr/>
          <p:nvPr/>
        </p:nvSpPr>
        <p:spPr>
          <a:xfrm>
            <a:off x="8069763" y="4661568"/>
            <a:ext cx="440266" cy="381846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902</a:t>
            </a:r>
            <a:endParaRPr lang="en-IN" sz="1100" dirty="0"/>
          </a:p>
        </p:txBody>
      </p:sp>
      <p:sp>
        <p:nvSpPr>
          <p:cNvPr id="14" name="Flowchart: Process 13">
            <a:extLst>
              <a:ext uri="{FF2B5EF4-FFF2-40B4-BE49-F238E27FC236}">
                <a16:creationId xmlns:a16="http://schemas.microsoft.com/office/drawing/2014/main" id="{92398576-2183-46B1-BF1C-DE11B250A74C}"/>
              </a:ext>
            </a:extLst>
          </p:cNvPr>
          <p:cNvSpPr/>
          <p:nvPr/>
        </p:nvSpPr>
        <p:spPr>
          <a:xfrm>
            <a:off x="8069763" y="5022389"/>
            <a:ext cx="440266" cy="381846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903</a:t>
            </a:r>
            <a:endParaRPr lang="en-IN" sz="1100" dirty="0"/>
          </a:p>
        </p:txBody>
      </p:sp>
      <p:sp>
        <p:nvSpPr>
          <p:cNvPr id="15" name="Flowchart: Process 14">
            <a:extLst>
              <a:ext uri="{FF2B5EF4-FFF2-40B4-BE49-F238E27FC236}">
                <a16:creationId xmlns:a16="http://schemas.microsoft.com/office/drawing/2014/main" id="{841E1E7E-FF4D-4E53-81B0-6B2B0DF910F4}"/>
              </a:ext>
            </a:extLst>
          </p:cNvPr>
          <p:cNvSpPr/>
          <p:nvPr/>
        </p:nvSpPr>
        <p:spPr>
          <a:xfrm>
            <a:off x="8078231" y="6227730"/>
            <a:ext cx="440266" cy="354368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905</a:t>
            </a:r>
            <a:endParaRPr lang="en-IN" sz="1100" dirty="0"/>
          </a:p>
        </p:txBody>
      </p:sp>
      <p:sp>
        <p:nvSpPr>
          <p:cNvPr id="16" name="Flowchart: Process 15">
            <a:extLst>
              <a:ext uri="{FF2B5EF4-FFF2-40B4-BE49-F238E27FC236}">
                <a16:creationId xmlns:a16="http://schemas.microsoft.com/office/drawing/2014/main" id="{D0B9EC22-F339-4FFF-91B5-755CCF0CB9F5}"/>
              </a:ext>
            </a:extLst>
          </p:cNvPr>
          <p:cNvSpPr/>
          <p:nvPr/>
        </p:nvSpPr>
        <p:spPr>
          <a:xfrm>
            <a:off x="8526965" y="3582508"/>
            <a:ext cx="440266" cy="354368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0</a:t>
            </a:r>
            <a:endParaRPr lang="en-IN" sz="1100" dirty="0"/>
          </a:p>
        </p:txBody>
      </p:sp>
      <p:sp>
        <p:nvSpPr>
          <p:cNvPr id="17" name="Flowchart: Process 16">
            <a:extLst>
              <a:ext uri="{FF2B5EF4-FFF2-40B4-BE49-F238E27FC236}">
                <a16:creationId xmlns:a16="http://schemas.microsoft.com/office/drawing/2014/main" id="{5A9023B0-7BD0-452C-9B24-72550BD1F810}"/>
              </a:ext>
            </a:extLst>
          </p:cNvPr>
          <p:cNvSpPr/>
          <p:nvPr/>
        </p:nvSpPr>
        <p:spPr>
          <a:xfrm>
            <a:off x="8950299" y="3582508"/>
            <a:ext cx="440266" cy="354368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1</a:t>
            </a:r>
            <a:endParaRPr lang="en-IN" sz="1100" dirty="0"/>
          </a:p>
        </p:txBody>
      </p:sp>
      <p:sp>
        <p:nvSpPr>
          <p:cNvPr id="18" name="Flowchart: Process 17">
            <a:extLst>
              <a:ext uri="{FF2B5EF4-FFF2-40B4-BE49-F238E27FC236}">
                <a16:creationId xmlns:a16="http://schemas.microsoft.com/office/drawing/2014/main" id="{345860B9-E426-4F85-A9FF-DB503573B83B}"/>
              </a:ext>
            </a:extLst>
          </p:cNvPr>
          <p:cNvSpPr/>
          <p:nvPr/>
        </p:nvSpPr>
        <p:spPr>
          <a:xfrm>
            <a:off x="9373632" y="3582508"/>
            <a:ext cx="440266" cy="354368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2</a:t>
            </a:r>
            <a:endParaRPr lang="en-IN" sz="11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F3377B3-17C2-4765-8074-BA5FCE5EC775}"/>
              </a:ext>
            </a:extLst>
          </p:cNvPr>
          <p:cNvSpPr txBox="1"/>
          <p:nvPr/>
        </p:nvSpPr>
        <p:spPr>
          <a:xfrm>
            <a:off x="8518497" y="3945490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54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7060143-6246-4AD4-B87A-BB0E5066E444}"/>
              </a:ext>
            </a:extLst>
          </p:cNvPr>
          <p:cNvSpPr txBox="1"/>
          <p:nvPr/>
        </p:nvSpPr>
        <p:spPr>
          <a:xfrm>
            <a:off x="8535431" y="6201990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A3EDD84-4BFD-4B97-A901-1C2FDFB02AB6}"/>
              </a:ext>
            </a:extLst>
          </p:cNvPr>
          <p:cNvSpPr txBox="1"/>
          <p:nvPr/>
        </p:nvSpPr>
        <p:spPr>
          <a:xfrm>
            <a:off x="10169063" y="4673095"/>
            <a:ext cx="14689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External memory</a:t>
            </a:r>
          </a:p>
        </p:txBody>
      </p:sp>
      <p:sp>
        <p:nvSpPr>
          <p:cNvPr id="22" name="Flowchart: Process 21">
            <a:extLst>
              <a:ext uri="{FF2B5EF4-FFF2-40B4-BE49-F238E27FC236}">
                <a16:creationId xmlns:a16="http://schemas.microsoft.com/office/drawing/2014/main" id="{261B4E37-2A22-40A7-B457-7D17D4205971}"/>
              </a:ext>
            </a:extLst>
          </p:cNvPr>
          <p:cNvSpPr/>
          <p:nvPr/>
        </p:nvSpPr>
        <p:spPr>
          <a:xfrm>
            <a:off x="9816669" y="3581091"/>
            <a:ext cx="268162" cy="354368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100" dirty="0"/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FC2E7C20-F2C4-41E2-AF4F-4FF3A247AE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5637445"/>
              </p:ext>
            </p:extLst>
          </p:nvPr>
        </p:nvGraphicFramePr>
        <p:xfrm>
          <a:off x="4343919" y="5497596"/>
          <a:ext cx="342021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7527">
                  <a:extLst>
                    <a:ext uri="{9D8B030D-6E8A-4147-A177-3AD203B41FA5}">
                      <a16:colId xmlns:a16="http://schemas.microsoft.com/office/drawing/2014/main" val="753517758"/>
                    </a:ext>
                  </a:extLst>
                </a:gridCol>
                <a:gridCol w="427527">
                  <a:extLst>
                    <a:ext uri="{9D8B030D-6E8A-4147-A177-3AD203B41FA5}">
                      <a16:colId xmlns:a16="http://schemas.microsoft.com/office/drawing/2014/main" val="2860386402"/>
                    </a:ext>
                  </a:extLst>
                </a:gridCol>
                <a:gridCol w="427527">
                  <a:extLst>
                    <a:ext uri="{9D8B030D-6E8A-4147-A177-3AD203B41FA5}">
                      <a16:colId xmlns:a16="http://schemas.microsoft.com/office/drawing/2014/main" val="597076777"/>
                    </a:ext>
                  </a:extLst>
                </a:gridCol>
                <a:gridCol w="427527">
                  <a:extLst>
                    <a:ext uri="{9D8B030D-6E8A-4147-A177-3AD203B41FA5}">
                      <a16:colId xmlns:a16="http://schemas.microsoft.com/office/drawing/2014/main" val="1570887326"/>
                    </a:ext>
                  </a:extLst>
                </a:gridCol>
                <a:gridCol w="427527">
                  <a:extLst>
                    <a:ext uri="{9D8B030D-6E8A-4147-A177-3AD203B41FA5}">
                      <a16:colId xmlns:a16="http://schemas.microsoft.com/office/drawing/2014/main" val="3526553242"/>
                    </a:ext>
                  </a:extLst>
                </a:gridCol>
                <a:gridCol w="427527">
                  <a:extLst>
                    <a:ext uri="{9D8B030D-6E8A-4147-A177-3AD203B41FA5}">
                      <a16:colId xmlns:a16="http://schemas.microsoft.com/office/drawing/2014/main" val="640276582"/>
                    </a:ext>
                  </a:extLst>
                </a:gridCol>
                <a:gridCol w="427527">
                  <a:extLst>
                    <a:ext uri="{9D8B030D-6E8A-4147-A177-3AD203B41FA5}">
                      <a16:colId xmlns:a16="http://schemas.microsoft.com/office/drawing/2014/main" val="3249074537"/>
                    </a:ext>
                  </a:extLst>
                </a:gridCol>
                <a:gridCol w="427527">
                  <a:extLst>
                    <a:ext uri="{9D8B030D-6E8A-4147-A177-3AD203B41FA5}">
                      <a16:colId xmlns:a16="http://schemas.microsoft.com/office/drawing/2014/main" val="15053097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n-IN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IN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n-IN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IN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n-IN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IN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n-IN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n-IN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7617774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9110010E-4E9C-4548-AA5F-FEF84924F760}"/>
              </a:ext>
            </a:extLst>
          </p:cNvPr>
          <p:cNvSpPr txBox="1"/>
          <p:nvPr/>
        </p:nvSpPr>
        <p:spPr>
          <a:xfrm>
            <a:off x="4955911" y="4731029"/>
            <a:ext cx="635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accent1">
                    <a:lumMod val="75000"/>
                  </a:schemeClr>
                </a:solidFill>
              </a:rPr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05160BA-B127-47EC-B8FF-F317079E37AA}"/>
              </a:ext>
            </a:extLst>
          </p:cNvPr>
          <p:cNvSpPr txBox="1"/>
          <p:nvPr/>
        </p:nvSpPr>
        <p:spPr>
          <a:xfrm>
            <a:off x="6578147" y="4753081"/>
            <a:ext cx="635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accent1">
                    <a:lumMod val="75000"/>
                  </a:schemeClr>
                </a:solidFill>
              </a:rPr>
              <a:t>4</a:t>
            </a:r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565CFC80-DF73-4EEB-9CF4-D7C33B08F2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5234957"/>
              </p:ext>
            </p:extLst>
          </p:nvPr>
        </p:nvGraphicFramePr>
        <p:xfrm>
          <a:off x="4354554" y="4661568"/>
          <a:ext cx="3418048" cy="12068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9024">
                  <a:extLst>
                    <a:ext uri="{9D8B030D-6E8A-4147-A177-3AD203B41FA5}">
                      <a16:colId xmlns:a16="http://schemas.microsoft.com/office/drawing/2014/main" val="4115110712"/>
                    </a:ext>
                  </a:extLst>
                </a:gridCol>
                <a:gridCol w="1709024">
                  <a:extLst>
                    <a:ext uri="{9D8B030D-6E8A-4147-A177-3AD203B41FA5}">
                      <a16:colId xmlns:a16="http://schemas.microsoft.com/office/drawing/2014/main" val="3743999661"/>
                    </a:ext>
                  </a:extLst>
                </a:gridCol>
              </a:tblGrid>
              <a:tr h="120686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8671901"/>
                  </a:ext>
                </a:extLst>
              </a:tr>
            </a:tbl>
          </a:graphicData>
        </a:graphic>
      </p:graphicFrame>
      <p:sp>
        <p:nvSpPr>
          <p:cNvPr id="30" name="Flowchart: Process 29">
            <a:extLst>
              <a:ext uri="{FF2B5EF4-FFF2-40B4-BE49-F238E27FC236}">
                <a16:creationId xmlns:a16="http://schemas.microsoft.com/office/drawing/2014/main" id="{02BE352F-3384-48E0-8EA1-4443E7E70ABF}"/>
              </a:ext>
            </a:extLst>
          </p:cNvPr>
          <p:cNvSpPr/>
          <p:nvPr/>
        </p:nvSpPr>
        <p:spPr>
          <a:xfrm>
            <a:off x="274753" y="3570315"/>
            <a:ext cx="3716867" cy="3001007"/>
          </a:xfrm>
          <a:prstGeom prst="flowChartProcess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br>
              <a:rPr lang="en-US" sz="2400" dirty="0"/>
            </a:br>
            <a:r>
              <a:rPr lang="en-US" sz="2400" b="1" dirty="0">
                <a:solidFill>
                  <a:srgbClr val="FF0000"/>
                </a:solidFill>
              </a:rPr>
              <a:t>JB: 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</a:rPr>
              <a:t>J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</a:rPr>
              <a:t>ump if 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</a:rPr>
              <a:t>B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</a:rPr>
              <a:t>it set</a:t>
            </a:r>
          </a:p>
          <a:p>
            <a:endParaRPr lang="en-US" sz="2400" b="1" dirty="0">
              <a:solidFill>
                <a:schemeClr val="accent6">
                  <a:lumMod val="50000"/>
                </a:schemeClr>
              </a:solidFill>
            </a:endParaRPr>
          </a:p>
          <a:p>
            <a:pPr algn="ctr"/>
            <a:r>
              <a:rPr lang="en-US" sz="2400" b="1" dirty="0">
                <a:solidFill>
                  <a:srgbClr val="FF0000"/>
                </a:solidFill>
              </a:rPr>
              <a:t>** </a:t>
            </a:r>
            <a:r>
              <a:rPr lang="en-US" sz="2400" dirty="0">
                <a:solidFill>
                  <a:schemeClr val="tx1"/>
                </a:solidFill>
              </a:rPr>
              <a:t>bitwise operations can be done with Accumulator using</a:t>
            </a:r>
            <a:r>
              <a:rPr lang="en-US" sz="2400" b="1" dirty="0">
                <a:solidFill>
                  <a:srgbClr val="FF0000"/>
                </a:solidFill>
              </a:rPr>
              <a:t> ACC.&lt;</a:t>
            </a:r>
            <a:r>
              <a:rPr lang="en-US" sz="2400" b="1" dirty="0" err="1">
                <a:solidFill>
                  <a:srgbClr val="FF0000"/>
                </a:solidFill>
              </a:rPr>
              <a:t>i</a:t>
            </a:r>
            <a:r>
              <a:rPr lang="en-US" sz="2400" b="1" dirty="0">
                <a:solidFill>
                  <a:srgbClr val="FF0000"/>
                </a:solidFill>
              </a:rPr>
              <a:t>&gt; </a:t>
            </a:r>
            <a:r>
              <a:rPr lang="en-US" sz="2400" b="1" dirty="0">
                <a:solidFill>
                  <a:schemeClr val="tx1"/>
                </a:solidFill>
              </a:rPr>
              <a:t>(for </a:t>
            </a:r>
            <a:r>
              <a:rPr lang="en-US" sz="2400" b="1" dirty="0" err="1">
                <a:solidFill>
                  <a:schemeClr val="tx1"/>
                </a:solidFill>
              </a:rPr>
              <a:t>i</a:t>
            </a:r>
            <a:r>
              <a:rPr lang="en-US" sz="1200" b="1" dirty="0" err="1">
                <a:solidFill>
                  <a:schemeClr val="tx1"/>
                </a:solidFill>
              </a:rPr>
              <a:t>th</a:t>
            </a:r>
            <a:r>
              <a:rPr lang="en-US" sz="2400" b="1" dirty="0">
                <a:solidFill>
                  <a:schemeClr val="tx1"/>
                </a:solidFill>
              </a:rPr>
              <a:t> index)</a:t>
            </a:r>
            <a:endParaRPr lang="en-IN" sz="2400" dirty="0">
              <a:solidFill>
                <a:schemeClr val="tx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587995B-28FB-415C-A223-1C1CE87B7D90}"/>
              </a:ext>
            </a:extLst>
          </p:cNvPr>
          <p:cNvSpPr txBox="1"/>
          <p:nvPr/>
        </p:nvSpPr>
        <p:spPr>
          <a:xfrm>
            <a:off x="1372686" y="3462684"/>
            <a:ext cx="14689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accent2">
                    <a:lumMod val="75000"/>
                  </a:schemeClr>
                </a:solidFill>
              </a:rPr>
              <a:t>CLUE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FE4F19E2-ED10-4B55-A548-FD7DE7CDA6E6}"/>
              </a:ext>
            </a:extLst>
          </p:cNvPr>
          <p:cNvSpPr/>
          <p:nvPr/>
        </p:nvSpPr>
        <p:spPr>
          <a:xfrm>
            <a:off x="355349" y="4935266"/>
            <a:ext cx="3563753" cy="1451390"/>
          </a:xfrm>
          <a:prstGeom prst="roundRect">
            <a:avLst>
              <a:gd name="adj" fmla="val 11957"/>
            </a:avLst>
          </a:prstGeom>
          <a:noFill/>
          <a:ln w="3810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33484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5D75AA1-5002-402B-B9E4-D74BB0326EDD}"/>
              </a:ext>
            </a:extLst>
          </p:cNvPr>
          <p:cNvSpPr txBox="1"/>
          <p:nvPr/>
        </p:nvSpPr>
        <p:spPr>
          <a:xfrm>
            <a:off x="1443566" y="0"/>
            <a:ext cx="9118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/>
              <a:t>OBJECTIVE 2</a:t>
            </a:r>
            <a:endParaRPr lang="en-IN" sz="4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FF154B-77A9-4BD4-AA6A-EB1D6125D760}"/>
              </a:ext>
            </a:extLst>
          </p:cNvPr>
          <p:cNvSpPr txBox="1"/>
          <p:nvPr/>
        </p:nvSpPr>
        <p:spPr>
          <a:xfrm>
            <a:off x="601132" y="507823"/>
            <a:ext cx="11489267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NIBBLE SWAP: </a:t>
            </a:r>
            <a:br>
              <a:rPr lang="en-US" dirty="0"/>
            </a:b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Read a byte from memory 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9000H</a:t>
            </a: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4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swap its upper and lower 4 bits, and store the result in </a:t>
            </a: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900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1H. 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146CBB-A753-4120-9CC0-D07811AE2CF1}"/>
              </a:ext>
            </a:extLst>
          </p:cNvPr>
          <p:cNvSpPr txBox="1"/>
          <p:nvPr/>
        </p:nvSpPr>
        <p:spPr>
          <a:xfrm>
            <a:off x="2539998" y="2347047"/>
            <a:ext cx="7611534" cy="58477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USING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SWAP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INSTRUCTION 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Flowchart: Process 8">
            <a:extLst>
              <a:ext uri="{FF2B5EF4-FFF2-40B4-BE49-F238E27FC236}">
                <a16:creationId xmlns:a16="http://schemas.microsoft.com/office/drawing/2014/main" id="{C7067071-4764-4C2D-8AD2-BEAB0CBC50C6}"/>
              </a:ext>
            </a:extLst>
          </p:cNvPr>
          <p:cNvSpPr/>
          <p:nvPr/>
        </p:nvSpPr>
        <p:spPr>
          <a:xfrm>
            <a:off x="30003" y="3337096"/>
            <a:ext cx="3608949" cy="2792975"/>
          </a:xfrm>
          <a:prstGeom prst="flowChartProcess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USE OPCODES SUCH AS</a:t>
            </a:r>
          </a:p>
          <a:p>
            <a:r>
              <a:rPr lang="en-US" sz="2000" dirty="0">
                <a:solidFill>
                  <a:schemeClr val="tx1"/>
                </a:solidFill>
              </a:rPr>
              <a:t> </a:t>
            </a:r>
            <a:br>
              <a:rPr lang="en-US" sz="2000" dirty="0"/>
            </a:br>
            <a:r>
              <a:rPr lang="en-US" sz="2400" b="1" dirty="0">
                <a:solidFill>
                  <a:srgbClr val="FF0000"/>
                </a:solidFill>
              </a:rPr>
              <a:t>ANL: 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</a:rPr>
              <a:t>L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</a:rPr>
              <a:t>ogical 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</a:rPr>
              <a:t>AN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</a:rPr>
              <a:t>D operation</a:t>
            </a:r>
            <a:br>
              <a:rPr lang="en-US" sz="2400" b="1" dirty="0">
                <a:solidFill>
                  <a:srgbClr val="FF0000"/>
                </a:solidFill>
              </a:rPr>
            </a:br>
            <a:r>
              <a:rPr lang="en-US" sz="2400" b="1" dirty="0">
                <a:solidFill>
                  <a:srgbClr val="FF0000"/>
                </a:solidFill>
              </a:rPr>
              <a:t>RR/RL: 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</a:rPr>
              <a:t>R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</a:rPr>
              <a:t>otate 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</a:rPr>
              <a:t>R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</a:rPr>
              <a:t>ight/ 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</a:rPr>
              <a:t>L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</a:rPr>
              <a:t>eft</a:t>
            </a:r>
            <a:endParaRPr lang="en-IN" sz="24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93A679-B10E-46EC-929A-7644C60D0D08}"/>
              </a:ext>
            </a:extLst>
          </p:cNvPr>
          <p:cNvSpPr txBox="1"/>
          <p:nvPr/>
        </p:nvSpPr>
        <p:spPr>
          <a:xfrm>
            <a:off x="1150799" y="3381248"/>
            <a:ext cx="13075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accent2">
                    <a:lumMod val="75000"/>
                  </a:schemeClr>
                </a:solidFill>
              </a:rPr>
              <a:t>CLUE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C9BE7879-31F3-4BC5-81C0-6C2ACCDF74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7730922"/>
              </p:ext>
            </p:extLst>
          </p:nvPr>
        </p:nvGraphicFramePr>
        <p:xfrm>
          <a:off x="8979335" y="3886991"/>
          <a:ext cx="1557866" cy="2641600"/>
        </p:xfrm>
        <a:graphic>
          <a:graphicData uri="http://schemas.openxmlformats.org/drawingml/2006/table">
            <a:tbl>
              <a:tblPr/>
              <a:tblGrid>
                <a:gridCol w="1557866">
                  <a:extLst>
                    <a:ext uri="{9D8B030D-6E8A-4147-A177-3AD203B41FA5}">
                      <a16:colId xmlns:a16="http://schemas.microsoft.com/office/drawing/2014/main" val="1280074869"/>
                    </a:ext>
                  </a:extLst>
                </a:gridCol>
              </a:tblGrid>
              <a:tr h="264160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446863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8F1595B-62F1-44ED-BBD0-A3800B37BC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4351138"/>
              </p:ext>
            </p:extLst>
          </p:nvPr>
        </p:nvGraphicFramePr>
        <p:xfrm>
          <a:off x="8979335" y="4257831"/>
          <a:ext cx="1549400" cy="365760"/>
        </p:xfrm>
        <a:graphic>
          <a:graphicData uri="http://schemas.openxmlformats.org/drawingml/2006/table">
            <a:tbl>
              <a:tblPr/>
              <a:tblGrid>
                <a:gridCol w="1549400">
                  <a:extLst>
                    <a:ext uri="{9D8B030D-6E8A-4147-A177-3AD203B41FA5}">
                      <a16:colId xmlns:a16="http://schemas.microsoft.com/office/drawing/2014/main" val="127793584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8320591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F44D6E70-2E9E-4BE1-B191-51992542DD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1529838"/>
              </p:ext>
            </p:extLst>
          </p:nvPr>
        </p:nvGraphicFramePr>
        <p:xfrm>
          <a:off x="8987801" y="5005062"/>
          <a:ext cx="1549400" cy="365760"/>
        </p:xfrm>
        <a:graphic>
          <a:graphicData uri="http://schemas.openxmlformats.org/drawingml/2006/table">
            <a:tbl>
              <a:tblPr/>
              <a:tblGrid>
                <a:gridCol w="1549400">
                  <a:extLst>
                    <a:ext uri="{9D8B030D-6E8A-4147-A177-3AD203B41FA5}">
                      <a16:colId xmlns:a16="http://schemas.microsoft.com/office/drawing/2014/main" val="127793584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8320591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9AD7E4AC-7F22-48DB-8129-E520E0FDEE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9274588"/>
              </p:ext>
            </p:extLst>
          </p:nvPr>
        </p:nvGraphicFramePr>
        <p:xfrm>
          <a:off x="8987801" y="6179303"/>
          <a:ext cx="1549400" cy="365760"/>
        </p:xfrm>
        <a:graphic>
          <a:graphicData uri="http://schemas.openxmlformats.org/drawingml/2006/table">
            <a:tbl>
              <a:tblPr/>
              <a:tblGrid>
                <a:gridCol w="1549400">
                  <a:extLst>
                    <a:ext uri="{9D8B030D-6E8A-4147-A177-3AD203B41FA5}">
                      <a16:colId xmlns:a16="http://schemas.microsoft.com/office/drawing/2014/main" val="127793584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8320591"/>
                  </a:ext>
                </a:extLst>
              </a:tr>
            </a:tbl>
          </a:graphicData>
        </a:graphic>
      </p:graphicFrame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FC11FF1-03B3-4579-9A07-B9D5C49D0EF0}"/>
              </a:ext>
            </a:extLst>
          </p:cNvPr>
          <p:cNvCxnSpPr/>
          <p:nvPr/>
        </p:nvCxnSpPr>
        <p:spPr>
          <a:xfrm>
            <a:off x="9419602" y="3886991"/>
            <a:ext cx="0" cy="265807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4571713-C75E-493C-8E9F-03474B70FFBC}"/>
              </a:ext>
            </a:extLst>
          </p:cNvPr>
          <p:cNvCxnSpPr/>
          <p:nvPr/>
        </p:nvCxnSpPr>
        <p:spPr>
          <a:xfrm>
            <a:off x="9842935" y="3886991"/>
            <a:ext cx="0" cy="265807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DFFD116-4B64-4C52-9117-73F4270A06E2}"/>
              </a:ext>
            </a:extLst>
          </p:cNvPr>
          <p:cNvCxnSpPr/>
          <p:nvPr/>
        </p:nvCxnSpPr>
        <p:spPr>
          <a:xfrm>
            <a:off x="10249336" y="3886991"/>
            <a:ext cx="0" cy="265807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Flowchart: Process 20">
            <a:extLst>
              <a:ext uri="{FF2B5EF4-FFF2-40B4-BE49-F238E27FC236}">
                <a16:creationId xmlns:a16="http://schemas.microsoft.com/office/drawing/2014/main" id="{3B15ED50-942C-4744-BBF4-9869CA52550D}"/>
              </a:ext>
            </a:extLst>
          </p:cNvPr>
          <p:cNvSpPr/>
          <p:nvPr/>
        </p:nvSpPr>
        <p:spPr>
          <a:xfrm>
            <a:off x="8539069" y="3886991"/>
            <a:ext cx="440266" cy="354368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900</a:t>
            </a:r>
            <a:endParaRPr lang="en-IN" sz="1100" dirty="0"/>
          </a:p>
        </p:txBody>
      </p:sp>
      <p:sp>
        <p:nvSpPr>
          <p:cNvPr id="22" name="Flowchart: Process 21">
            <a:extLst>
              <a:ext uri="{FF2B5EF4-FFF2-40B4-BE49-F238E27FC236}">
                <a16:creationId xmlns:a16="http://schemas.microsoft.com/office/drawing/2014/main" id="{DEE3A46C-F76B-4F96-A8C4-E5C1AC3A1722}"/>
              </a:ext>
            </a:extLst>
          </p:cNvPr>
          <p:cNvSpPr/>
          <p:nvPr/>
        </p:nvSpPr>
        <p:spPr>
          <a:xfrm>
            <a:off x="8539069" y="4260870"/>
            <a:ext cx="440266" cy="354368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901</a:t>
            </a:r>
            <a:endParaRPr lang="en-IN" sz="1100" dirty="0"/>
          </a:p>
        </p:txBody>
      </p:sp>
      <p:sp>
        <p:nvSpPr>
          <p:cNvPr id="23" name="Flowchart: Process 22">
            <a:extLst>
              <a:ext uri="{FF2B5EF4-FFF2-40B4-BE49-F238E27FC236}">
                <a16:creationId xmlns:a16="http://schemas.microsoft.com/office/drawing/2014/main" id="{D240DA90-585F-4934-951A-E1F47B9DFD84}"/>
              </a:ext>
            </a:extLst>
          </p:cNvPr>
          <p:cNvSpPr/>
          <p:nvPr/>
        </p:nvSpPr>
        <p:spPr>
          <a:xfrm>
            <a:off x="8539069" y="4630364"/>
            <a:ext cx="440266" cy="354368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902</a:t>
            </a:r>
            <a:endParaRPr lang="en-IN" sz="1100" dirty="0"/>
          </a:p>
        </p:txBody>
      </p:sp>
      <p:sp>
        <p:nvSpPr>
          <p:cNvPr id="24" name="Flowchart: Process 23">
            <a:extLst>
              <a:ext uri="{FF2B5EF4-FFF2-40B4-BE49-F238E27FC236}">
                <a16:creationId xmlns:a16="http://schemas.microsoft.com/office/drawing/2014/main" id="{44B1D1DA-B9E7-4573-91B9-AB65DFA6DFCD}"/>
              </a:ext>
            </a:extLst>
          </p:cNvPr>
          <p:cNvSpPr/>
          <p:nvPr/>
        </p:nvSpPr>
        <p:spPr>
          <a:xfrm>
            <a:off x="8539068" y="4999858"/>
            <a:ext cx="440266" cy="354368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903</a:t>
            </a:r>
            <a:endParaRPr lang="en-IN" sz="1100" dirty="0"/>
          </a:p>
        </p:txBody>
      </p:sp>
      <p:sp>
        <p:nvSpPr>
          <p:cNvPr id="25" name="Flowchart: Process 24">
            <a:extLst>
              <a:ext uri="{FF2B5EF4-FFF2-40B4-BE49-F238E27FC236}">
                <a16:creationId xmlns:a16="http://schemas.microsoft.com/office/drawing/2014/main" id="{605C779D-E171-415C-90C5-52BCE183DDC9}"/>
              </a:ext>
            </a:extLst>
          </p:cNvPr>
          <p:cNvSpPr/>
          <p:nvPr/>
        </p:nvSpPr>
        <p:spPr>
          <a:xfrm>
            <a:off x="8530602" y="6174223"/>
            <a:ext cx="440266" cy="354368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FFF</a:t>
            </a:r>
            <a:endParaRPr lang="en-IN" sz="1100" dirty="0"/>
          </a:p>
        </p:txBody>
      </p:sp>
      <p:sp>
        <p:nvSpPr>
          <p:cNvPr id="26" name="Flowchart: Process 25">
            <a:extLst>
              <a:ext uri="{FF2B5EF4-FFF2-40B4-BE49-F238E27FC236}">
                <a16:creationId xmlns:a16="http://schemas.microsoft.com/office/drawing/2014/main" id="{CFFC7272-449A-464D-97B6-64BF5AD4149B}"/>
              </a:ext>
            </a:extLst>
          </p:cNvPr>
          <p:cNvSpPr/>
          <p:nvPr/>
        </p:nvSpPr>
        <p:spPr>
          <a:xfrm>
            <a:off x="8979335" y="3539777"/>
            <a:ext cx="440266" cy="354368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0</a:t>
            </a:r>
            <a:endParaRPr lang="en-IN" sz="1100" dirty="0"/>
          </a:p>
        </p:txBody>
      </p:sp>
      <p:sp>
        <p:nvSpPr>
          <p:cNvPr id="27" name="Flowchart: Process 26">
            <a:extLst>
              <a:ext uri="{FF2B5EF4-FFF2-40B4-BE49-F238E27FC236}">
                <a16:creationId xmlns:a16="http://schemas.microsoft.com/office/drawing/2014/main" id="{BEAE6BBA-A5B3-497E-94F0-EFF1714475BE}"/>
              </a:ext>
            </a:extLst>
          </p:cNvPr>
          <p:cNvSpPr/>
          <p:nvPr/>
        </p:nvSpPr>
        <p:spPr>
          <a:xfrm>
            <a:off x="9402669" y="3539777"/>
            <a:ext cx="440266" cy="354368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1</a:t>
            </a:r>
            <a:endParaRPr lang="en-IN" sz="1100" dirty="0"/>
          </a:p>
        </p:txBody>
      </p:sp>
      <p:sp>
        <p:nvSpPr>
          <p:cNvPr id="28" name="Flowchart: Process 27">
            <a:extLst>
              <a:ext uri="{FF2B5EF4-FFF2-40B4-BE49-F238E27FC236}">
                <a16:creationId xmlns:a16="http://schemas.microsoft.com/office/drawing/2014/main" id="{55E94B49-7317-4077-9D0E-F115BDA52C16}"/>
              </a:ext>
            </a:extLst>
          </p:cNvPr>
          <p:cNvSpPr/>
          <p:nvPr/>
        </p:nvSpPr>
        <p:spPr>
          <a:xfrm>
            <a:off x="9826002" y="3539777"/>
            <a:ext cx="440266" cy="354368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2</a:t>
            </a:r>
            <a:endParaRPr lang="en-IN" sz="11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D513241-AC33-484F-8BD9-52E67F32C55C}"/>
              </a:ext>
            </a:extLst>
          </p:cNvPr>
          <p:cNvSpPr txBox="1"/>
          <p:nvPr/>
        </p:nvSpPr>
        <p:spPr>
          <a:xfrm>
            <a:off x="8970867" y="3902759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54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625E227-2D3B-4322-9211-A4728D996B37}"/>
              </a:ext>
            </a:extLst>
          </p:cNvPr>
          <p:cNvSpPr txBox="1"/>
          <p:nvPr/>
        </p:nvSpPr>
        <p:spPr>
          <a:xfrm>
            <a:off x="9402667" y="3894145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45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F9B0D29-5882-4360-AF40-E724C567B55F}"/>
              </a:ext>
            </a:extLst>
          </p:cNvPr>
          <p:cNvSpPr txBox="1"/>
          <p:nvPr/>
        </p:nvSpPr>
        <p:spPr>
          <a:xfrm>
            <a:off x="10621433" y="4630364"/>
            <a:ext cx="14689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External memory</a:t>
            </a:r>
          </a:p>
        </p:txBody>
      </p:sp>
      <p:sp>
        <p:nvSpPr>
          <p:cNvPr id="30" name="Flowchart: Process 29">
            <a:extLst>
              <a:ext uri="{FF2B5EF4-FFF2-40B4-BE49-F238E27FC236}">
                <a16:creationId xmlns:a16="http://schemas.microsoft.com/office/drawing/2014/main" id="{F8D16F21-884F-4D1F-91AE-34BEC1F6B0B0}"/>
              </a:ext>
            </a:extLst>
          </p:cNvPr>
          <p:cNvSpPr/>
          <p:nvPr/>
        </p:nvSpPr>
        <p:spPr>
          <a:xfrm>
            <a:off x="10266267" y="3539777"/>
            <a:ext cx="279401" cy="354368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100" dirty="0"/>
          </a:p>
        </p:txBody>
      </p:sp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221B4B42-3BD2-4A2F-BC97-6F495364BD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827125"/>
              </p:ext>
            </p:extLst>
          </p:nvPr>
        </p:nvGraphicFramePr>
        <p:xfrm>
          <a:off x="4272130" y="3398211"/>
          <a:ext cx="342021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7527">
                  <a:extLst>
                    <a:ext uri="{9D8B030D-6E8A-4147-A177-3AD203B41FA5}">
                      <a16:colId xmlns:a16="http://schemas.microsoft.com/office/drawing/2014/main" val="753517758"/>
                    </a:ext>
                  </a:extLst>
                </a:gridCol>
                <a:gridCol w="427527">
                  <a:extLst>
                    <a:ext uri="{9D8B030D-6E8A-4147-A177-3AD203B41FA5}">
                      <a16:colId xmlns:a16="http://schemas.microsoft.com/office/drawing/2014/main" val="2860386402"/>
                    </a:ext>
                  </a:extLst>
                </a:gridCol>
                <a:gridCol w="427527">
                  <a:extLst>
                    <a:ext uri="{9D8B030D-6E8A-4147-A177-3AD203B41FA5}">
                      <a16:colId xmlns:a16="http://schemas.microsoft.com/office/drawing/2014/main" val="597076777"/>
                    </a:ext>
                  </a:extLst>
                </a:gridCol>
                <a:gridCol w="427527">
                  <a:extLst>
                    <a:ext uri="{9D8B030D-6E8A-4147-A177-3AD203B41FA5}">
                      <a16:colId xmlns:a16="http://schemas.microsoft.com/office/drawing/2014/main" val="1570887326"/>
                    </a:ext>
                  </a:extLst>
                </a:gridCol>
                <a:gridCol w="427527">
                  <a:extLst>
                    <a:ext uri="{9D8B030D-6E8A-4147-A177-3AD203B41FA5}">
                      <a16:colId xmlns:a16="http://schemas.microsoft.com/office/drawing/2014/main" val="3526553242"/>
                    </a:ext>
                  </a:extLst>
                </a:gridCol>
                <a:gridCol w="427527">
                  <a:extLst>
                    <a:ext uri="{9D8B030D-6E8A-4147-A177-3AD203B41FA5}">
                      <a16:colId xmlns:a16="http://schemas.microsoft.com/office/drawing/2014/main" val="640276582"/>
                    </a:ext>
                  </a:extLst>
                </a:gridCol>
                <a:gridCol w="427527">
                  <a:extLst>
                    <a:ext uri="{9D8B030D-6E8A-4147-A177-3AD203B41FA5}">
                      <a16:colId xmlns:a16="http://schemas.microsoft.com/office/drawing/2014/main" val="3249074537"/>
                    </a:ext>
                  </a:extLst>
                </a:gridCol>
                <a:gridCol w="427527">
                  <a:extLst>
                    <a:ext uri="{9D8B030D-6E8A-4147-A177-3AD203B41FA5}">
                      <a16:colId xmlns:a16="http://schemas.microsoft.com/office/drawing/2014/main" val="15053097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n-IN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IN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n-IN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IN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n-IN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IN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n-IN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n-IN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7617774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D4A561D4-819E-43B4-B8BF-682A6BBFCDDA}"/>
              </a:ext>
            </a:extLst>
          </p:cNvPr>
          <p:cNvSpPr txBox="1"/>
          <p:nvPr/>
        </p:nvSpPr>
        <p:spPr>
          <a:xfrm>
            <a:off x="4885840" y="2943179"/>
            <a:ext cx="4643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1">
                    <a:lumMod val="75000"/>
                  </a:schemeClr>
                </a:solidFill>
              </a:rPr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79F658D-6F03-459C-9310-6D2887E5D87D}"/>
              </a:ext>
            </a:extLst>
          </p:cNvPr>
          <p:cNvSpPr txBox="1"/>
          <p:nvPr/>
        </p:nvSpPr>
        <p:spPr>
          <a:xfrm>
            <a:off x="6591609" y="2920594"/>
            <a:ext cx="635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1">
                    <a:lumMod val="75000"/>
                  </a:schemeClr>
                </a:solidFill>
              </a:rPr>
              <a:t>4</a:t>
            </a:r>
          </a:p>
        </p:txBody>
      </p:sp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03790F62-E4AE-4F03-B6A1-99062F57B4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4489134"/>
              </p:ext>
            </p:extLst>
          </p:nvPr>
        </p:nvGraphicFramePr>
        <p:xfrm>
          <a:off x="4272130" y="4861781"/>
          <a:ext cx="342021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7527">
                  <a:extLst>
                    <a:ext uri="{9D8B030D-6E8A-4147-A177-3AD203B41FA5}">
                      <a16:colId xmlns:a16="http://schemas.microsoft.com/office/drawing/2014/main" val="753517758"/>
                    </a:ext>
                  </a:extLst>
                </a:gridCol>
                <a:gridCol w="427527">
                  <a:extLst>
                    <a:ext uri="{9D8B030D-6E8A-4147-A177-3AD203B41FA5}">
                      <a16:colId xmlns:a16="http://schemas.microsoft.com/office/drawing/2014/main" val="2860386402"/>
                    </a:ext>
                  </a:extLst>
                </a:gridCol>
                <a:gridCol w="427527">
                  <a:extLst>
                    <a:ext uri="{9D8B030D-6E8A-4147-A177-3AD203B41FA5}">
                      <a16:colId xmlns:a16="http://schemas.microsoft.com/office/drawing/2014/main" val="597076777"/>
                    </a:ext>
                  </a:extLst>
                </a:gridCol>
                <a:gridCol w="427527">
                  <a:extLst>
                    <a:ext uri="{9D8B030D-6E8A-4147-A177-3AD203B41FA5}">
                      <a16:colId xmlns:a16="http://schemas.microsoft.com/office/drawing/2014/main" val="1570887326"/>
                    </a:ext>
                  </a:extLst>
                </a:gridCol>
                <a:gridCol w="427527">
                  <a:extLst>
                    <a:ext uri="{9D8B030D-6E8A-4147-A177-3AD203B41FA5}">
                      <a16:colId xmlns:a16="http://schemas.microsoft.com/office/drawing/2014/main" val="3526553242"/>
                    </a:ext>
                  </a:extLst>
                </a:gridCol>
                <a:gridCol w="427527">
                  <a:extLst>
                    <a:ext uri="{9D8B030D-6E8A-4147-A177-3AD203B41FA5}">
                      <a16:colId xmlns:a16="http://schemas.microsoft.com/office/drawing/2014/main" val="640276582"/>
                    </a:ext>
                  </a:extLst>
                </a:gridCol>
                <a:gridCol w="427527">
                  <a:extLst>
                    <a:ext uri="{9D8B030D-6E8A-4147-A177-3AD203B41FA5}">
                      <a16:colId xmlns:a16="http://schemas.microsoft.com/office/drawing/2014/main" val="3249074537"/>
                    </a:ext>
                  </a:extLst>
                </a:gridCol>
                <a:gridCol w="427527">
                  <a:extLst>
                    <a:ext uri="{9D8B030D-6E8A-4147-A177-3AD203B41FA5}">
                      <a16:colId xmlns:a16="http://schemas.microsoft.com/office/drawing/2014/main" val="15053097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n-IN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n-IN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n-IN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n-IN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n-IN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IN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n-IN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n-IN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7617774"/>
                  </a:ext>
                </a:extLst>
              </a:tr>
            </a:tbl>
          </a:graphicData>
        </a:graphic>
      </p:graphicFrame>
      <p:sp>
        <p:nvSpPr>
          <p:cNvPr id="38" name="TextBox 37">
            <a:extLst>
              <a:ext uri="{FF2B5EF4-FFF2-40B4-BE49-F238E27FC236}">
                <a16:creationId xmlns:a16="http://schemas.microsoft.com/office/drawing/2014/main" id="{1BA57EB8-9D47-47CB-BB82-AD2F42E32327}"/>
              </a:ext>
            </a:extLst>
          </p:cNvPr>
          <p:cNvSpPr txBox="1"/>
          <p:nvPr/>
        </p:nvSpPr>
        <p:spPr>
          <a:xfrm>
            <a:off x="4883596" y="4400558"/>
            <a:ext cx="4643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1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34FD36C-0D9A-4879-BEF7-816C0C8FFD42}"/>
              </a:ext>
            </a:extLst>
          </p:cNvPr>
          <p:cNvSpPr txBox="1"/>
          <p:nvPr/>
        </p:nvSpPr>
        <p:spPr>
          <a:xfrm>
            <a:off x="6583140" y="4400558"/>
            <a:ext cx="635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1">
                    <a:lumMod val="75000"/>
                  </a:schemeClr>
                </a:solidFill>
              </a:rPr>
              <a:t>4</a:t>
            </a:r>
          </a:p>
        </p:txBody>
      </p:sp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7DCD69BA-B332-4DDA-80F3-9E151CF251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045403"/>
              </p:ext>
            </p:extLst>
          </p:nvPr>
        </p:nvGraphicFramePr>
        <p:xfrm>
          <a:off x="4272129" y="3070356"/>
          <a:ext cx="3418048" cy="665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9024">
                  <a:extLst>
                    <a:ext uri="{9D8B030D-6E8A-4147-A177-3AD203B41FA5}">
                      <a16:colId xmlns:a16="http://schemas.microsoft.com/office/drawing/2014/main" val="4115110712"/>
                    </a:ext>
                  </a:extLst>
                </a:gridCol>
                <a:gridCol w="1709024">
                  <a:extLst>
                    <a:ext uri="{9D8B030D-6E8A-4147-A177-3AD203B41FA5}">
                      <a16:colId xmlns:a16="http://schemas.microsoft.com/office/drawing/2014/main" val="3743999661"/>
                    </a:ext>
                  </a:extLst>
                </a:gridCol>
              </a:tblGrid>
              <a:tr h="66598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8671901"/>
                  </a:ext>
                </a:extLst>
              </a:tr>
            </a:tbl>
          </a:graphicData>
        </a:graphic>
      </p:graphicFrame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49D31195-B690-41D3-AA0E-7E84379219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2850143"/>
              </p:ext>
            </p:extLst>
          </p:nvPr>
        </p:nvGraphicFramePr>
        <p:xfrm>
          <a:off x="4272129" y="4528788"/>
          <a:ext cx="3418048" cy="665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9024">
                  <a:extLst>
                    <a:ext uri="{9D8B030D-6E8A-4147-A177-3AD203B41FA5}">
                      <a16:colId xmlns:a16="http://schemas.microsoft.com/office/drawing/2014/main" val="4115110712"/>
                    </a:ext>
                  </a:extLst>
                </a:gridCol>
                <a:gridCol w="1709024">
                  <a:extLst>
                    <a:ext uri="{9D8B030D-6E8A-4147-A177-3AD203B41FA5}">
                      <a16:colId xmlns:a16="http://schemas.microsoft.com/office/drawing/2014/main" val="3743999661"/>
                    </a:ext>
                  </a:extLst>
                </a:gridCol>
              </a:tblGrid>
              <a:tr h="66598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8671901"/>
                  </a:ext>
                </a:extLst>
              </a:tr>
            </a:tbl>
          </a:graphicData>
        </a:graphic>
      </p:graphicFrame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17C2233F-6890-4F03-B8ED-CAFB04F09EED}"/>
              </a:ext>
            </a:extLst>
          </p:cNvPr>
          <p:cNvCxnSpPr>
            <a:cxnSpLocks/>
          </p:cNvCxnSpPr>
          <p:nvPr/>
        </p:nvCxnSpPr>
        <p:spPr>
          <a:xfrm>
            <a:off x="5981153" y="3770477"/>
            <a:ext cx="1" cy="696547"/>
          </a:xfrm>
          <a:prstGeom prst="straightConnector1">
            <a:avLst/>
          </a:prstGeom>
          <a:ln w="5715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Plus Sign 5">
            <a:extLst>
              <a:ext uri="{FF2B5EF4-FFF2-40B4-BE49-F238E27FC236}">
                <a16:creationId xmlns:a16="http://schemas.microsoft.com/office/drawing/2014/main" id="{B8E6B4B4-5B5C-48B5-A930-918CC45EF07A}"/>
              </a:ext>
            </a:extLst>
          </p:cNvPr>
          <p:cNvSpPr/>
          <p:nvPr/>
        </p:nvSpPr>
        <p:spPr>
          <a:xfrm>
            <a:off x="5874198" y="5243307"/>
            <a:ext cx="239973" cy="258229"/>
          </a:xfrm>
          <a:prstGeom prst="mathPlus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6B3AFFF6-D1FA-40F3-9084-7365A9FE82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0807835"/>
              </p:ext>
            </p:extLst>
          </p:nvPr>
        </p:nvGraphicFramePr>
        <p:xfrm>
          <a:off x="4272130" y="5891757"/>
          <a:ext cx="342021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7527">
                  <a:extLst>
                    <a:ext uri="{9D8B030D-6E8A-4147-A177-3AD203B41FA5}">
                      <a16:colId xmlns:a16="http://schemas.microsoft.com/office/drawing/2014/main" val="753517758"/>
                    </a:ext>
                  </a:extLst>
                </a:gridCol>
                <a:gridCol w="427527">
                  <a:extLst>
                    <a:ext uri="{9D8B030D-6E8A-4147-A177-3AD203B41FA5}">
                      <a16:colId xmlns:a16="http://schemas.microsoft.com/office/drawing/2014/main" val="2860386402"/>
                    </a:ext>
                  </a:extLst>
                </a:gridCol>
                <a:gridCol w="427527">
                  <a:extLst>
                    <a:ext uri="{9D8B030D-6E8A-4147-A177-3AD203B41FA5}">
                      <a16:colId xmlns:a16="http://schemas.microsoft.com/office/drawing/2014/main" val="597076777"/>
                    </a:ext>
                  </a:extLst>
                </a:gridCol>
                <a:gridCol w="427527">
                  <a:extLst>
                    <a:ext uri="{9D8B030D-6E8A-4147-A177-3AD203B41FA5}">
                      <a16:colId xmlns:a16="http://schemas.microsoft.com/office/drawing/2014/main" val="1570887326"/>
                    </a:ext>
                  </a:extLst>
                </a:gridCol>
                <a:gridCol w="427527">
                  <a:extLst>
                    <a:ext uri="{9D8B030D-6E8A-4147-A177-3AD203B41FA5}">
                      <a16:colId xmlns:a16="http://schemas.microsoft.com/office/drawing/2014/main" val="3526553242"/>
                    </a:ext>
                  </a:extLst>
                </a:gridCol>
                <a:gridCol w="427527">
                  <a:extLst>
                    <a:ext uri="{9D8B030D-6E8A-4147-A177-3AD203B41FA5}">
                      <a16:colId xmlns:a16="http://schemas.microsoft.com/office/drawing/2014/main" val="640276582"/>
                    </a:ext>
                  </a:extLst>
                </a:gridCol>
                <a:gridCol w="427527">
                  <a:extLst>
                    <a:ext uri="{9D8B030D-6E8A-4147-A177-3AD203B41FA5}">
                      <a16:colId xmlns:a16="http://schemas.microsoft.com/office/drawing/2014/main" val="3249074537"/>
                    </a:ext>
                  </a:extLst>
                </a:gridCol>
                <a:gridCol w="427527">
                  <a:extLst>
                    <a:ext uri="{9D8B030D-6E8A-4147-A177-3AD203B41FA5}">
                      <a16:colId xmlns:a16="http://schemas.microsoft.com/office/drawing/2014/main" val="15053097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n-IN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IN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n-IN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IN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n-IN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n-IN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n-IN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n-IN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7617774"/>
                  </a:ext>
                </a:extLst>
              </a:tr>
            </a:tbl>
          </a:graphicData>
        </a:graphic>
      </p:graphicFrame>
      <p:sp>
        <p:nvSpPr>
          <p:cNvPr id="43" name="TextBox 42">
            <a:extLst>
              <a:ext uri="{FF2B5EF4-FFF2-40B4-BE49-F238E27FC236}">
                <a16:creationId xmlns:a16="http://schemas.microsoft.com/office/drawing/2014/main" id="{FD2508FC-70B3-4D14-8847-94244F67C08D}"/>
              </a:ext>
            </a:extLst>
          </p:cNvPr>
          <p:cNvSpPr txBox="1"/>
          <p:nvPr/>
        </p:nvSpPr>
        <p:spPr>
          <a:xfrm>
            <a:off x="4883596" y="5430534"/>
            <a:ext cx="4643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1">
                    <a:lumMod val="75000"/>
                  </a:schemeClr>
                </a:solidFill>
              </a:rPr>
              <a:t>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0299A20-2D19-4A2C-85DB-80EAA7300B50}"/>
              </a:ext>
            </a:extLst>
          </p:cNvPr>
          <p:cNvSpPr txBox="1"/>
          <p:nvPr/>
        </p:nvSpPr>
        <p:spPr>
          <a:xfrm>
            <a:off x="6583140" y="5430534"/>
            <a:ext cx="635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1">
                    <a:lumMod val="75000"/>
                  </a:schemeClr>
                </a:solidFill>
              </a:rPr>
              <a:t>0</a:t>
            </a:r>
          </a:p>
        </p:txBody>
      </p:sp>
      <p:graphicFrame>
        <p:nvGraphicFramePr>
          <p:cNvPr id="45" name="Table 44">
            <a:extLst>
              <a:ext uri="{FF2B5EF4-FFF2-40B4-BE49-F238E27FC236}">
                <a16:creationId xmlns:a16="http://schemas.microsoft.com/office/drawing/2014/main" id="{F5E43B0C-22BC-4C68-864C-EE06B27AEE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0517129"/>
              </p:ext>
            </p:extLst>
          </p:nvPr>
        </p:nvGraphicFramePr>
        <p:xfrm>
          <a:off x="4272129" y="5575779"/>
          <a:ext cx="3418048" cy="665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9024">
                  <a:extLst>
                    <a:ext uri="{9D8B030D-6E8A-4147-A177-3AD203B41FA5}">
                      <a16:colId xmlns:a16="http://schemas.microsoft.com/office/drawing/2014/main" val="4115110712"/>
                    </a:ext>
                  </a:extLst>
                </a:gridCol>
                <a:gridCol w="1709024">
                  <a:extLst>
                    <a:ext uri="{9D8B030D-6E8A-4147-A177-3AD203B41FA5}">
                      <a16:colId xmlns:a16="http://schemas.microsoft.com/office/drawing/2014/main" val="3743999661"/>
                    </a:ext>
                  </a:extLst>
                </a:gridCol>
              </a:tblGrid>
              <a:tr h="66598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86719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2318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</TotalTime>
  <Words>201</Words>
  <Application>Microsoft Office PowerPoint</Application>
  <PresentationFormat>Widescreen</PresentationFormat>
  <Paragraphs>76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samparka</dc:creator>
  <cp:lastModifiedBy>Samparka Dey</cp:lastModifiedBy>
  <cp:revision>10</cp:revision>
  <dcterms:created xsi:type="dcterms:W3CDTF">2026-01-15T10:19:13Z</dcterms:created>
  <dcterms:modified xsi:type="dcterms:W3CDTF">2026-01-28T16:37:49Z</dcterms:modified>
</cp:coreProperties>
</file>